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Source Han Sans" panose="020B0604020202020204" charset="-128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236024"/>
            <a:ext cx="12192000" cy="61574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46000"/>
          </a:blip>
          <a:srcRect l="2210" t="6656" r="5106" b="5682"/>
          <a:stretch>
            <a:fillRect/>
          </a:stretch>
        </p:blipFill>
        <p:spPr>
          <a:xfrm>
            <a:off x="-725573" y="-313856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1143351" y="1582057"/>
            <a:ext cx="9905299" cy="4112230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6350" cap="sq">
            <a:noFill/>
            <a:miter/>
          </a:ln>
          <a:effectLst>
            <a:outerShdw blurRad="88900" dist="76200" dir="30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71674" y="1694095"/>
            <a:ext cx="9648652" cy="3881232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6393482"/>
            <a:ext cx="12192000" cy="47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483801" y="2085315"/>
            <a:ext cx="7224399" cy="21311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Phát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triển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và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ứng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dụng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quản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lý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hàng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tồn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kho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Hình ảnh 7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flipH="1">
            <a:off x="8382467" y="2940696"/>
            <a:ext cx="3853075" cy="393203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>
            <a:off x="0" y="-3620"/>
            <a:ext cx="9905299" cy="369311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904413" y="-3620"/>
            <a:ext cx="2830911" cy="369311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-8844" y="6386286"/>
            <a:ext cx="2830911" cy="47204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9686321" y="2470529"/>
            <a:ext cx="1096277" cy="370313"/>
          </a:xfrm>
          <a:custGeom>
            <a:avLst/>
            <a:gdLst>
              <a:gd name="connsiteX0" fmla="*/ 985324 w 1954210"/>
              <a:gd name="connsiteY0" fmla="*/ 0 h 1147870"/>
              <a:gd name="connsiteX1" fmla="*/ 1280281 w 1954210"/>
              <a:gd name="connsiteY1" fmla="*/ 0 h 1147870"/>
              <a:gd name="connsiteX2" fmla="*/ 1462005 w 1954210"/>
              <a:gd name="connsiteY2" fmla="*/ 574392 h 1147870"/>
              <a:gd name="connsiteX3" fmla="*/ 1280281 w 1954210"/>
              <a:gd name="connsiteY3" fmla="*/ 1147870 h 1147870"/>
              <a:gd name="connsiteX4" fmla="*/ 985324 w 1954210"/>
              <a:gd name="connsiteY4" fmla="*/ 1147870 h 1147870"/>
              <a:gd name="connsiteX5" fmla="*/ 1167960 w 1954210"/>
              <a:gd name="connsiteY5" fmla="*/ 574392 h 1147870"/>
              <a:gd name="connsiteX6" fmla="*/ 0 w 1954210"/>
              <a:gd name="connsiteY6" fmla="*/ 0 h 1147870"/>
              <a:gd name="connsiteX7" fmla="*/ 294045 w 1954210"/>
              <a:gd name="connsiteY7" fmla="*/ 0 h 1147870"/>
              <a:gd name="connsiteX8" fmla="*/ 475768 w 1954210"/>
              <a:gd name="connsiteY8" fmla="*/ 574392 h 1147870"/>
              <a:gd name="connsiteX9" fmla="*/ 294045 w 1954210"/>
              <a:gd name="connsiteY9" fmla="*/ 1147870 h 1147870"/>
              <a:gd name="connsiteX10" fmla="*/ 0 w 1954210"/>
              <a:gd name="connsiteY10" fmla="*/ 1147870 h 1147870"/>
              <a:gd name="connsiteX11" fmla="*/ 181724 w 1954210"/>
              <a:gd name="connsiteY11" fmla="*/ 574392 h 1147870"/>
              <a:gd name="connsiteX12" fmla="*/ 493118 w 1954210"/>
              <a:gd name="connsiteY12" fmla="*/ 0 h 1147870"/>
              <a:gd name="connsiteX13" fmla="*/ 787163 w 1954210"/>
              <a:gd name="connsiteY13" fmla="*/ 0 h 1147870"/>
              <a:gd name="connsiteX14" fmla="*/ 968886 w 1954210"/>
              <a:gd name="connsiteY14" fmla="*/ 574392 h 1147870"/>
              <a:gd name="connsiteX15" fmla="*/ 787163 w 1954210"/>
              <a:gd name="connsiteY15" fmla="*/ 1147870 h 1147870"/>
              <a:gd name="connsiteX16" fmla="*/ 493118 w 1954210"/>
              <a:gd name="connsiteY16" fmla="*/ 1147870 h 1147870"/>
              <a:gd name="connsiteX17" fmla="*/ 674842 w 1954210"/>
              <a:gd name="connsiteY17" fmla="*/ 574392 h 1147870"/>
              <a:gd name="connsiteX18" fmla="*/ 1478442 w 1954210"/>
              <a:gd name="connsiteY18" fmla="*/ 0 h 1147870"/>
              <a:gd name="connsiteX19" fmla="*/ 1772486 w 1954210"/>
              <a:gd name="connsiteY19" fmla="*/ 0 h 1147870"/>
              <a:gd name="connsiteX20" fmla="*/ 1954210 w 1954210"/>
              <a:gd name="connsiteY20" fmla="*/ 574392 h 1147870"/>
              <a:gd name="connsiteX21" fmla="*/ 1772486 w 1954210"/>
              <a:gd name="connsiteY21" fmla="*/ 1147870 h 1147870"/>
              <a:gd name="connsiteX22" fmla="*/ 1478442 w 1954210"/>
              <a:gd name="connsiteY22" fmla="*/ 1147870 h 1147870"/>
              <a:gd name="connsiteX23" fmla="*/ 1660166 w 1954210"/>
              <a:gd name="connsiteY23" fmla="*/ 574392 h 1147870"/>
            </a:gdLst>
            <a:ahLst/>
            <a:cxnLst/>
            <a:rect l="l" t="t" r="r" b="b"/>
            <a:pathLst>
              <a:path w="1954210" h="1147870">
                <a:moveTo>
                  <a:pt x="985324" y="0"/>
                </a:moveTo>
                <a:lnTo>
                  <a:pt x="1280281" y="0"/>
                </a:lnTo>
                <a:lnTo>
                  <a:pt x="1462005" y="574392"/>
                </a:lnTo>
                <a:lnTo>
                  <a:pt x="1280281" y="1147870"/>
                </a:lnTo>
                <a:lnTo>
                  <a:pt x="985324" y="1147870"/>
                </a:lnTo>
                <a:lnTo>
                  <a:pt x="1167960" y="574392"/>
                </a:lnTo>
                <a:close/>
                <a:moveTo>
                  <a:pt x="0" y="0"/>
                </a:moveTo>
                <a:lnTo>
                  <a:pt x="294045" y="0"/>
                </a:lnTo>
                <a:lnTo>
                  <a:pt x="475768" y="574392"/>
                </a:lnTo>
                <a:lnTo>
                  <a:pt x="294045" y="1147870"/>
                </a:lnTo>
                <a:lnTo>
                  <a:pt x="0" y="1147870"/>
                </a:lnTo>
                <a:lnTo>
                  <a:pt x="181724" y="574392"/>
                </a:lnTo>
                <a:close/>
                <a:moveTo>
                  <a:pt x="493118" y="0"/>
                </a:moveTo>
                <a:lnTo>
                  <a:pt x="787163" y="0"/>
                </a:lnTo>
                <a:lnTo>
                  <a:pt x="968886" y="574392"/>
                </a:lnTo>
                <a:lnTo>
                  <a:pt x="787163" y="1147870"/>
                </a:lnTo>
                <a:lnTo>
                  <a:pt x="493118" y="1147870"/>
                </a:lnTo>
                <a:lnTo>
                  <a:pt x="674842" y="574392"/>
                </a:lnTo>
                <a:close/>
                <a:moveTo>
                  <a:pt x="1478442" y="0"/>
                </a:moveTo>
                <a:lnTo>
                  <a:pt x="1772486" y="0"/>
                </a:lnTo>
                <a:lnTo>
                  <a:pt x="1954210" y="574392"/>
                </a:lnTo>
                <a:lnTo>
                  <a:pt x="1772486" y="1147870"/>
                </a:lnTo>
                <a:lnTo>
                  <a:pt x="1478442" y="1147870"/>
                </a:lnTo>
                <a:lnTo>
                  <a:pt x="1660166" y="574392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9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409402" y="2470014"/>
            <a:ext cx="1096277" cy="370313"/>
          </a:xfrm>
          <a:custGeom>
            <a:avLst/>
            <a:gdLst>
              <a:gd name="connsiteX0" fmla="*/ 985324 w 1954210"/>
              <a:gd name="connsiteY0" fmla="*/ 0 h 1147870"/>
              <a:gd name="connsiteX1" fmla="*/ 1280281 w 1954210"/>
              <a:gd name="connsiteY1" fmla="*/ 0 h 1147870"/>
              <a:gd name="connsiteX2" fmla="*/ 1462005 w 1954210"/>
              <a:gd name="connsiteY2" fmla="*/ 574392 h 1147870"/>
              <a:gd name="connsiteX3" fmla="*/ 1280281 w 1954210"/>
              <a:gd name="connsiteY3" fmla="*/ 1147870 h 1147870"/>
              <a:gd name="connsiteX4" fmla="*/ 985324 w 1954210"/>
              <a:gd name="connsiteY4" fmla="*/ 1147870 h 1147870"/>
              <a:gd name="connsiteX5" fmla="*/ 1167960 w 1954210"/>
              <a:gd name="connsiteY5" fmla="*/ 574392 h 1147870"/>
              <a:gd name="connsiteX6" fmla="*/ 0 w 1954210"/>
              <a:gd name="connsiteY6" fmla="*/ 0 h 1147870"/>
              <a:gd name="connsiteX7" fmla="*/ 294045 w 1954210"/>
              <a:gd name="connsiteY7" fmla="*/ 0 h 1147870"/>
              <a:gd name="connsiteX8" fmla="*/ 475768 w 1954210"/>
              <a:gd name="connsiteY8" fmla="*/ 574392 h 1147870"/>
              <a:gd name="connsiteX9" fmla="*/ 294045 w 1954210"/>
              <a:gd name="connsiteY9" fmla="*/ 1147870 h 1147870"/>
              <a:gd name="connsiteX10" fmla="*/ 0 w 1954210"/>
              <a:gd name="connsiteY10" fmla="*/ 1147870 h 1147870"/>
              <a:gd name="connsiteX11" fmla="*/ 181724 w 1954210"/>
              <a:gd name="connsiteY11" fmla="*/ 574392 h 1147870"/>
              <a:gd name="connsiteX12" fmla="*/ 493118 w 1954210"/>
              <a:gd name="connsiteY12" fmla="*/ 0 h 1147870"/>
              <a:gd name="connsiteX13" fmla="*/ 787163 w 1954210"/>
              <a:gd name="connsiteY13" fmla="*/ 0 h 1147870"/>
              <a:gd name="connsiteX14" fmla="*/ 968886 w 1954210"/>
              <a:gd name="connsiteY14" fmla="*/ 574392 h 1147870"/>
              <a:gd name="connsiteX15" fmla="*/ 787163 w 1954210"/>
              <a:gd name="connsiteY15" fmla="*/ 1147870 h 1147870"/>
              <a:gd name="connsiteX16" fmla="*/ 493118 w 1954210"/>
              <a:gd name="connsiteY16" fmla="*/ 1147870 h 1147870"/>
              <a:gd name="connsiteX17" fmla="*/ 674842 w 1954210"/>
              <a:gd name="connsiteY17" fmla="*/ 574392 h 1147870"/>
              <a:gd name="connsiteX18" fmla="*/ 1478442 w 1954210"/>
              <a:gd name="connsiteY18" fmla="*/ 0 h 1147870"/>
              <a:gd name="connsiteX19" fmla="*/ 1772486 w 1954210"/>
              <a:gd name="connsiteY19" fmla="*/ 0 h 1147870"/>
              <a:gd name="connsiteX20" fmla="*/ 1954210 w 1954210"/>
              <a:gd name="connsiteY20" fmla="*/ 574392 h 1147870"/>
              <a:gd name="connsiteX21" fmla="*/ 1772486 w 1954210"/>
              <a:gd name="connsiteY21" fmla="*/ 1147870 h 1147870"/>
              <a:gd name="connsiteX22" fmla="*/ 1478442 w 1954210"/>
              <a:gd name="connsiteY22" fmla="*/ 1147870 h 1147870"/>
              <a:gd name="connsiteX23" fmla="*/ 1660166 w 1954210"/>
              <a:gd name="connsiteY23" fmla="*/ 574392 h 1147870"/>
            </a:gdLst>
            <a:ahLst/>
            <a:cxnLst/>
            <a:rect l="l" t="t" r="r" b="b"/>
            <a:pathLst>
              <a:path w="1954210" h="1147870">
                <a:moveTo>
                  <a:pt x="985324" y="0"/>
                </a:moveTo>
                <a:lnTo>
                  <a:pt x="1280281" y="0"/>
                </a:lnTo>
                <a:lnTo>
                  <a:pt x="1462005" y="574392"/>
                </a:lnTo>
                <a:lnTo>
                  <a:pt x="1280281" y="1147870"/>
                </a:lnTo>
                <a:lnTo>
                  <a:pt x="985324" y="1147870"/>
                </a:lnTo>
                <a:lnTo>
                  <a:pt x="1167960" y="574392"/>
                </a:lnTo>
                <a:close/>
                <a:moveTo>
                  <a:pt x="0" y="0"/>
                </a:moveTo>
                <a:lnTo>
                  <a:pt x="294045" y="0"/>
                </a:lnTo>
                <a:lnTo>
                  <a:pt x="475768" y="574392"/>
                </a:lnTo>
                <a:lnTo>
                  <a:pt x="294045" y="1147870"/>
                </a:lnTo>
                <a:lnTo>
                  <a:pt x="0" y="1147870"/>
                </a:lnTo>
                <a:lnTo>
                  <a:pt x="181724" y="574392"/>
                </a:lnTo>
                <a:close/>
                <a:moveTo>
                  <a:pt x="493118" y="0"/>
                </a:moveTo>
                <a:lnTo>
                  <a:pt x="787163" y="0"/>
                </a:lnTo>
                <a:lnTo>
                  <a:pt x="968886" y="574392"/>
                </a:lnTo>
                <a:lnTo>
                  <a:pt x="787163" y="1147870"/>
                </a:lnTo>
                <a:lnTo>
                  <a:pt x="493118" y="1147870"/>
                </a:lnTo>
                <a:lnTo>
                  <a:pt x="674842" y="574392"/>
                </a:lnTo>
                <a:close/>
                <a:moveTo>
                  <a:pt x="1478442" y="0"/>
                </a:moveTo>
                <a:lnTo>
                  <a:pt x="1772486" y="0"/>
                </a:lnTo>
                <a:lnTo>
                  <a:pt x="1954210" y="574392"/>
                </a:lnTo>
                <a:lnTo>
                  <a:pt x="1772486" y="1147870"/>
                </a:lnTo>
                <a:lnTo>
                  <a:pt x="1478442" y="1147870"/>
                </a:lnTo>
                <a:lnTo>
                  <a:pt x="1660166" y="574392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9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Hình ảnh 13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238012" y="3876363"/>
            <a:ext cx="32861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>
            <a:off x="3717751" y="4471832"/>
            <a:ext cx="4756499" cy="4726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240" cap="sq">
            <a:solidFill>
              <a:schemeClr val="accent1"/>
            </a:solidFill>
            <a:miter/>
          </a:ln>
          <a:effectLst>
            <a:outerShdw blurRad="152400" dist="45720" dir="2699995" algn="tl" rotWithShape="0">
              <a:schemeClr val="accent1">
                <a:alpha val="50000"/>
              </a:schemeClr>
            </a:outerShdw>
          </a:effectLst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827019" y="4557111"/>
            <a:ext cx="296153" cy="296153"/>
          </a:xfrm>
          <a:prstGeom prst="ellipse">
            <a:avLst/>
          </a:prstGeom>
          <a:gradFill>
            <a:gsLst>
              <a:gs pos="34000">
                <a:schemeClr val="accent2">
                  <a:lumMod val="40000"/>
                  <a:lumOff val="60000"/>
                </a:schemeClr>
              </a:gs>
              <a:gs pos="100000">
                <a:schemeClr val="accent2"/>
              </a:gs>
            </a:gsLst>
            <a:lin ang="2700000" scaled="0"/>
          </a:gradFill>
          <a:ln w="11430" cap="sq">
            <a:solidFill>
              <a:schemeClr val="bg1"/>
            </a:solidFill>
            <a:miter/>
          </a:ln>
          <a:effectLst>
            <a:outerShdw blurRad="121920" dist="45720" dir="2699995" algn="tl" rotWithShape="0">
              <a:schemeClr val="accent1">
                <a:alpha val="52000"/>
              </a:schemeClr>
            </a:outerShdw>
          </a:effectLst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384433" y="4568949"/>
            <a:ext cx="1062052" cy="2769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407634" y="4568949"/>
            <a:ext cx="887681" cy="2769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5353202" y="4586071"/>
            <a:ext cx="801917" cy="24275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AiPPT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109133" y="4568949"/>
            <a:ext cx="1015083" cy="2769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2025.4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668674">
            <a:off x="-81362" y="2905246"/>
            <a:ext cx="1112548" cy="733348"/>
          </a:xfrm>
          <a:custGeom>
            <a:avLst/>
            <a:gdLst>
              <a:gd name="connsiteX0" fmla="*/ 0 w 1112548"/>
              <a:gd name="connsiteY0" fmla="*/ 0 h 733348"/>
              <a:gd name="connsiteX1" fmla="*/ 72516 w 1112548"/>
              <a:gd name="connsiteY1" fmla="*/ 104645 h 733348"/>
              <a:gd name="connsiteX2" fmla="*/ 1105223 w 1112548"/>
              <a:gd name="connsiteY2" fmla="*/ 727027 h 733348"/>
              <a:gd name="connsiteX3" fmla="*/ 1112548 w 1112548"/>
              <a:gd name="connsiteY3" fmla="*/ 728145 h 733348"/>
              <a:gd name="connsiteX4" fmla="*/ 1009508 w 1112548"/>
              <a:gd name="connsiteY4" fmla="*/ 733348 h 733348"/>
              <a:gd name="connsiteX5" fmla="*/ 146084 w 1112548"/>
              <a:gd name="connsiteY5" fmla="*/ 514721 h 733348"/>
              <a:gd name="connsiteX6" fmla="*/ 95326 w 1112548"/>
              <a:gd name="connsiteY6" fmla="*/ 483884 h 733348"/>
            </a:gdLst>
            <a:ahLst/>
            <a:cxnLst/>
            <a:rect l="l" t="t" r="r" b="b"/>
            <a:pathLst>
              <a:path w="1112548" h="733348">
                <a:moveTo>
                  <a:pt x="0" y="0"/>
                </a:moveTo>
                <a:lnTo>
                  <a:pt x="72516" y="104645"/>
                </a:lnTo>
                <a:cubicBezTo>
                  <a:pt x="330924" y="417762"/>
                  <a:pt x="692510" y="642574"/>
                  <a:pt x="1105223" y="727027"/>
                </a:cubicBezTo>
                <a:lnTo>
                  <a:pt x="1112548" y="728145"/>
                </a:lnTo>
                <a:lnTo>
                  <a:pt x="1009508" y="733348"/>
                </a:lnTo>
                <a:cubicBezTo>
                  <a:pt x="696879" y="733348"/>
                  <a:pt x="402749" y="654149"/>
                  <a:pt x="146084" y="514721"/>
                </a:cubicBezTo>
                <a:lnTo>
                  <a:pt x="95326" y="48388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9" name="Hình ảnh 8"/>
          <p:cNvPicPr>
            <a:picLocks noChangeAspect="1"/>
          </p:cNvPicPr>
          <p:nvPr/>
        </p:nvPicPr>
        <p:blipFill>
          <a:blip>
            <a:alphaModFix amt="15000"/>
          </a:blip>
          <a:srcRect l="1056" t="2623" b="1389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" name="标题 1"/>
          <p:cNvSpPr txBox="1"/>
          <p:nvPr/>
        </p:nvSpPr>
        <p:spPr>
          <a:xfrm flipH="1" flipV="1">
            <a:off x="0" y="0"/>
            <a:ext cx="12192000" cy="3920930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314422" y="962761"/>
            <a:ext cx="5562600" cy="12555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8000" b="1">
                <a:ln w="3175">
                  <a:solidFill>
                    <a:srgbClr val="F6E6EA">
                      <a:alpha val="50000"/>
                    </a:srgbClr>
                  </a:solidFill>
                </a:ln>
                <a:noFill/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CONTENT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4224035" y="1293718"/>
            <a:ext cx="3746500" cy="107721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350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3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350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r>
              <a:rPr kumimoji="1" lang="en-US" altLang="zh-CN" sz="3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350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chức</a:t>
            </a:r>
            <a:r>
              <a:rPr kumimoji="1" lang="en-US" altLang="zh-CN" sz="3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350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năng</a:t>
            </a:r>
            <a:r>
              <a:rPr kumimoji="1" lang="en-US" altLang="zh-CN" sz="3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350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mô-đun</a:t>
            </a:r>
            <a:r>
              <a:rPr kumimoji="1" lang="en-US" altLang="zh-CN" sz="3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350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thiết</a:t>
            </a:r>
            <a:r>
              <a:rPr kumimoji="1" lang="en-US" altLang="zh-CN" sz="3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350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kế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1047142" y="2804640"/>
            <a:ext cx="1728976" cy="3101341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 cap="flat">
            <a:solidFill>
              <a:schemeClr val="bg1"/>
            </a:solidFill>
            <a:miter/>
          </a:ln>
          <a:effectLst>
            <a:outerShdw blurRad="114300" dist="76200" dir="5400000" algn="t" rotWithShape="0">
              <a:schemeClr val="accent2">
                <a:lumMod val="75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18520" y="3397524"/>
            <a:ext cx="1587500" cy="10363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6600">
                <a:ln w="3175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OPPOSans B" panose="020B0604020202020204" charset="-122"/>
                <a:cs typeface="Times New Roman" panose="02020603050405020304" pitchFamily="18" charset="0"/>
              </a:rPr>
              <a:t>01</a:t>
            </a:r>
            <a:endParaRPr kumimoji="1" lang="zh-CN" altLang="en-US">
              <a:latin typeface="Times New Roman" panose="02020603050405020304" pitchFamily="18" charset="0"/>
              <a:ea typeface="OPPOSans B" panose="020B0604020202020204" charset="-122"/>
              <a:cs typeface="Times New Roman" panose="02020603050405020304" pitchFamily="18" charset="0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3112658" y="2804640"/>
            <a:ext cx="1728976" cy="3101341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 cap="flat">
            <a:solidFill>
              <a:schemeClr val="bg1"/>
            </a:solidFill>
            <a:miter/>
          </a:ln>
          <a:effectLst>
            <a:outerShdw blurRad="114300" dist="76200" dir="5400000" algn="t" rotWithShape="0">
              <a:schemeClr val="accent2">
                <a:lumMod val="75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184036" y="3397524"/>
            <a:ext cx="1587500" cy="10363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6600">
                <a:ln w="3175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OPPOSans H"/>
                <a:cs typeface="Times New Roman" panose="02020603050405020304" pitchFamily="18" charset="0"/>
              </a:rPr>
              <a:t>02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5225162" y="2804640"/>
            <a:ext cx="1728976" cy="3101341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 cap="flat">
            <a:solidFill>
              <a:schemeClr val="bg1"/>
            </a:solidFill>
            <a:miter/>
          </a:ln>
          <a:effectLst>
            <a:outerShdw blurRad="114300" dist="76200" dir="5400000" algn="t" rotWithShape="0">
              <a:schemeClr val="accent2">
                <a:lumMod val="75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296539" y="3397524"/>
            <a:ext cx="1587500" cy="10363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6600">
                <a:ln w="3175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OPPOSans H"/>
                <a:cs typeface="Times New Roman" panose="02020603050405020304" pitchFamily="18" charset="0"/>
              </a:rPr>
              <a:t>03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7304651" y="2804640"/>
            <a:ext cx="1728976" cy="3101341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 cap="flat">
            <a:solidFill>
              <a:schemeClr val="bg1"/>
            </a:solidFill>
            <a:miter/>
          </a:ln>
          <a:effectLst>
            <a:outerShdw blurRad="114300" dist="76200" dir="5400000" algn="t" rotWithShape="0">
              <a:schemeClr val="accent2">
                <a:lumMod val="75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376029" y="3397524"/>
            <a:ext cx="1587500" cy="10363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6600">
                <a:ln w="3175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OPPOSans H"/>
                <a:cs typeface="Times New Roman" panose="02020603050405020304" pitchFamily="18" charset="0"/>
              </a:rPr>
              <a:t>04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1058787" y="5825789"/>
            <a:ext cx="1737219" cy="78793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2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3124303" y="5825789"/>
            <a:ext cx="1737219" cy="78793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2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5236807" y="5825789"/>
            <a:ext cx="1737219" cy="78793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2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316296" y="5825789"/>
            <a:ext cx="1737219" cy="78793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2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9403181" y="2804640"/>
            <a:ext cx="1728976" cy="3101341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 cap="flat">
            <a:solidFill>
              <a:schemeClr val="bg1"/>
            </a:solidFill>
            <a:miter/>
          </a:ln>
          <a:effectLst>
            <a:outerShdw blurRad="114300" dist="76200" dir="5400000" algn="t" rotWithShape="0">
              <a:schemeClr val="accent2">
                <a:lumMod val="75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9474559" y="3397524"/>
            <a:ext cx="1587500" cy="10363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6600">
                <a:ln w="3175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OPPOSans H"/>
                <a:cs typeface="Times New Roman" panose="02020603050405020304" pitchFamily="18" charset="0"/>
              </a:rPr>
              <a:t>05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9414826" y="5825789"/>
            <a:ext cx="1737219" cy="78793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2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184835" y="4686404"/>
            <a:ext cx="1453591" cy="10234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Bối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cảnh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phát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ý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nghĩa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3250351" y="4686404"/>
            <a:ext cx="1453591" cy="10234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Thiết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kế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module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chức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năng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5362854" y="4686404"/>
            <a:ext cx="1453591" cy="10234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Kiến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trúc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triển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khai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thống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7442344" y="4686404"/>
            <a:ext cx="1453591" cy="10234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Kiểm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tra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tối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ưu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9540874" y="4686404"/>
            <a:ext cx="1453591" cy="10234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khai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bảo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trì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6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thống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811621" y="2123415"/>
            <a:ext cx="6568759" cy="1723609"/>
          </a:xfrm>
          <a:prstGeom prst="rect">
            <a:avLst/>
          </a:prstGeom>
          <a:noFill/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Bối cảBối cảnh phát triển hệBối cảnh phát triển hệ thống và ý nttghĩa thống và ý nghĩanh phát triển hệ thống và ý nghĩa</a:t>
            </a: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236024"/>
            <a:ext cx="12192000" cy="61574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4" name="Hình ảnh 3"/>
          <p:cNvPicPr>
            <a:picLocks noChangeAspect="1"/>
          </p:cNvPicPr>
          <p:nvPr/>
        </p:nvPicPr>
        <p:blipFill>
          <a:blip r:embed="rId2">
            <a:alphaModFix amt="46000"/>
          </a:blip>
          <a:srcRect l="2210" t="6656" r="5106" b="5682"/>
          <a:stretch>
            <a:fillRect/>
          </a:stretch>
        </p:blipFill>
        <p:spPr>
          <a:xfrm>
            <a:off x="-702713" y="-279566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>
            <a:off x="1143351" y="1582057"/>
            <a:ext cx="9905299" cy="4112230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6350" cap="sq">
            <a:noFill/>
            <a:miter/>
          </a:ln>
          <a:effectLst>
            <a:outerShdw blurRad="88900" dist="76200" dir="30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71674" y="1694095"/>
            <a:ext cx="9648652" cy="3881232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0" y="6393482"/>
            <a:ext cx="12192000" cy="47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8" name="Hình ảnh 7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flipH="1">
            <a:off x="8382467" y="2940696"/>
            <a:ext cx="3853075" cy="393203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>
            <a:off x="0" y="-3620"/>
            <a:ext cx="9905299" cy="369311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904413" y="-3620"/>
            <a:ext cx="2830911" cy="369311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-8844" y="6386286"/>
            <a:ext cx="2830911" cy="47204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2" name="Hình ảnh 11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238012" y="3876363"/>
            <a:ext cx="32861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标题 1"/>
          <p:cNvSpPr txBox="1"/>
          <p:nvPr/>
        </p:nvSpPr>
        <p:spPr>
          <a:xfrm>
            <a:off x="5070936" y="3922955"/>
            <a:ext cx="2050128" cy="28526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9600">
                <a:ln w="12700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OPPOSans B" panose="020B0604020202020204" charset="-122"/>
                <a:cs typeface="Times New Roman" panose="02020603050405020304" pitchFamily="18" charset="0"/>
              </a:rPr>
              <a:t>01</a:t>
            </a:r>
            <a:endParaRPr kumimoji="1" lang="zh-CN" altLang="en-US">
              <a:latin typeface="Times New Roman" panose="02020603050405020304" pitchFamily="18" charset="0"/>
              <a:ea typeface="OPPOSans B" panose="020B0604020202020204" charset="-122"/>
              <a:cs typeface="Times New Roman" panose="02020603050405020304" pitchFamily="18" charset="0"/>
            </a:endParaRPr>
          </a:p>
        </p:txBody>
      </p:sp>
      <p:grpSp>
        <p:nvGrpSpPr>
          <p:cNvPr id="14" name="Nhóm 13"/>
          <p:cNvGrpSpPr/>
          <p:nvPr/>
        </p:nvGrpSpPr>
        <p:grpSpPr>
          <a:xfrm>
            <a:off x="3601452" y="4444138"/>
            <a:ext cx="4989096" cy="445401"/>
            <a:chOff x="3601452" y="4444138"/>
            <a:chExt cx="4989096" cy="445401"/>
          </a:xfrm>
        </p:grpSpPr>
        <p:sp>
          <p:nvSpPr>
            <p:cNvPr id="15" name="标题 1"/>
            <p:cNvSpPr txBox="1"/>
            <p:nvPr/>
          </p:nvSpPr>
          <p:spPr>
            <a:xfrm flipH="1">
              <a:off x="7271981" y="4444138"/>
              <a:ext cx="1318567" cy="445401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3601452" y="4444138"/>
              <a:ext cx="1318565" cy="445400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7" name="标题 1"/>
          <p:cNvSpPr txBox="1"/>
          <p:nvPr/>
        </p:nvSpPr>
        <p:spPr>
          <a:xfrm>
            <a:off x="2938621" y="2250415"/>
            <a:ext cx="6568759" cy="17236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Bối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cảnh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phát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triển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và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ý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nghĩa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2227617"/>
            <a:ext cx="5123248" cy="3355035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97190" y="3675097"/>
            <a:ext cx="4675068" cy="145983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Khi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sự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cạnh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tranh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trên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thị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trường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ngày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trở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nên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khốc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doanh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ảnh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hưởng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trực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tiếp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đến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chi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phí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sự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lòng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khách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phương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pháp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thủ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công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truyền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nhiều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nhược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điểm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thấp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dễ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xảy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sai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sót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khó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đáp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ứng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doanh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đại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Đặc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biệt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đối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doanh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vừa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nhỏ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việc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công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cụ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dẫn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đến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tình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trạng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đọng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hoặc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hết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thường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xuyên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ảnh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hưởng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đến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vòng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quay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vốn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công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ty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tốc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ứng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thị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trường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5126418" y="4832684"/>
            <a:ext cx="657230" cy="529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6000">
                <a:ln w="12700">
                  <a:solidFill>
                    <a:srgbClr val="0068BF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”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271110" y="1350046"/>
            <a:ext cx="1743571" cy="17435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393012" y="1471948"/>
            <a:ext cx="1499767" cy="149976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470586" y="1549522"/>
            <a:ext cx="1344619" cy="134462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878939" y="1990744"/>
            <a:ext cx="527915" cy="462176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040501" y="1679302"/>
            <a:ext cx="169659" cy="16965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125627" y="2464111"/>
            <a:ext cx="277920" cy="2779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33452" y="3130714"/>
            <a:ext cx="4675068" cy="42912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Phân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tích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nhu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cầu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thị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trường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6395652" y="2227617"/>
            <a:ext cx="5123248" cy="3355035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619742" y="3675097"/>
            <a:ext cx="4675068" cy="145983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Dự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án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này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nhằm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mục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đích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phát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một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dựa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trên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WindowForms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(.NET)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tự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tối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ưu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quy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trình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cải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giảm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thiểu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lỗi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con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bao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gồm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mọi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khía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cạnh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bao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gồm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kiểm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kê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kê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phân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tích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v.v.,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cung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cấp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doanh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giải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pháp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toàn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10861670" y="4832684"/>
            <a:ext cx="657230" cy="529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6000">
                <a:ln w="12700">
                  <a:solidFill>
                    <a:srgbClr val="0068BF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”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006362" y="1350046"/>
            <a:ext cx="1743571" cy="17435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128264" y="1471948"/>
            <a:ext cx="1499767" cy="149976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8205838" y="1549522"/>
            <a:ext cx="1344619" cy="134462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8614191" y="1977653"/>
            <a:ext cx="527915" cy="488358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7775753" y="1679302"/>
            <a:ext cx="169659" cy="16965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9860879" y="2464111"/>
            <a:ext cx="277920" cy="2779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6619742" y="3133731"/>
            <a:ext cx="4675068" cy="42912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Mục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tiêu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phát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Nền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dự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án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Nhóm 28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30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2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664489" y="1788498"/>
            <a:ext cx="4036141" cy="4116584"/>
          </a:xfrm>
          <a:prstGeom prst="rect">
            <a:avLst/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926910" y="1348864"/>
            <a:ext cx="1511300" cy="9162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OPPOSans B" panose="020B0604020202020204" charset="-122"/>
                <a:cs typeface="Times New Roman" panose="02020603050405020304" pitchFamily="18" charset="0"/>
              </a:rPr>
              <a:t>01</a:t>
            </a:r>
            <a:endParaRPr kumimoji="1" lang="zh-CN" altLang="en-US">
              <a:latin typeface="Times New Roman" panose="02020603050405020304" pitchFamily="18" charset="0"/>
              <a:ea typeface="OPPOSans B" panose="020B0604020202020204" charset="-122"/>
              <a:cs typeface="Times New Roman" panose="02020603050405020304" pitchFamily="18" charset="0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662819" y="5689604"/>
            <a:ext cx="4039481" cy="215478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529471" y="1790700"/>
            <a:ext cx="4036141" cy="4114382"/>
          </a:xfrm>
          <a:prstGeom prst="rect">
            <a:avLst/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791891" y="1348864"/>
            <a:ext cx="1511300" cy="9162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OPPOSans B" panose="020B0604020202020204" charset="-122"/>
                <a:cs typeface="Times New Roman" panose="02020603050405020304" pitchFamily="18" charset="0"/>
              </a:rPr>
              <a:t>02</a:t>
            </a:r>
            <a:endParaRPr kumimoji="1" lang="zh-CN" altLang="en-US">
              <a:latin typeface="Times New Roman" panose="02020603050405020304" pitchFamily="18" charset="0"/>
              <a:ea typeface="OPPOSans B" panose="020B0604020202020204" charset="-122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6529912" y="5689604"/>
            <a:ext cx="4035259" cy="215478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866459" y="2251384"/>
            <a:ext cx="3632200" cy="77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Ưu</a:t>
            </a:r>
            <a:r>
              <a:rPr kumimoji="1" lang="en-US" altLang="zh-CN" sz="1600" b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điểm</a:t>
            </a:r>
            <a:r>
              <a:rPr kumimoji="1" lang="en-US" altLang="zh-CN" sz="1600" b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của</a:t>
            </a:r>
            <a:r>
              <a:rPr kumimoji="1" lang="en-US" altLang="zh-CN" sz="1600" b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WindowForms</a:t>
            </a:r>
            <a:r>
              <a:rPr kumimoji="1" lang="en-US" altLang="zh-CN" sz="1600" b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(.NET)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6731441" y="2251384"/>
            <a:ext cx="3632200" cy="77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Khả</a:t>
            </a:r>
            <a:r>
              <a:rPr kumimoji="1" lang="en-US" altLang="zh-CN" sz="1600" b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năng</a:t>
            </a:r>
            <a:r>
              <a:rPr kumimoji="1" lang="en-US" altLang="zh-CN" sz="1600" b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thích</a:t>
            </a:r>
            <a:r>
              <a:rPr kumimoji="1" lang="en-US" altLang="zh-CN" sz="1600" b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ứng</a:t>
            </a:r>
            <a:r>
              <a:rPr kumimoji="1" lang="en-US" altLang="zh-CN" sz="1600" b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kỹ</a:t>
            </a:r>
            <a:r>
              <a:rPr kumimoji="1" lang="en-US" altLang="zh-CN" sz="1600" b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thuật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6731441" y="3099215"/>
            <a:ext cx="3632200" cy="23018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Công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này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đã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hoàn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thiện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ổn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định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khả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tương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thích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tốt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Windows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phù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hợp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dụng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nội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bộ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trong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doanh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Đồng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thời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cộng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đồng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.NET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rất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giàu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tài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nguyên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giúp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việc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học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giải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quyết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vấn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đề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trở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nên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dễ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dàng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Công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dụng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trong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thể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trữ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đáp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ứng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yêu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công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ty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về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mật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tính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toàn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vẹn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Lựa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chọn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công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nghệ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Nhóm 17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19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2" name="标题 1"/>
          <p:cNvSpPr txBox="1"/>
          <p:nvPr/>
        </p:nvSpPr>
        <p:spPr>
          <a:xfrm>
            <a:off x="1867341" y="3188115"/>
            <a:ext cx="3632200" cy="23018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WinForms (.NET)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framework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dễ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học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suất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tốt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xây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dựng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ứng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dụng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desktop Windows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diện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kéo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thả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cập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sâu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Windows API,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nhiều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control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thư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viện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hỗ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trợ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cộng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đồng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khả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tùy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biến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cao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tích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hợp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tốt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.NET.</a:t>
            </a:r>
            <a:endParaRPr kumimoji="1"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236024"/>
            <a:ext cx="12192000" cy="61574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46000"/>
          </a:blip>
          <a:srcRect l="2210" t="6656" r="5106" b="5682"/>
          <a:stretch>
            <a:fillRect/>
          </a:stretch>
        </p:blipFill>
        <p:spPr>
          <a:xfrm>
            <a:off x="-702713" y="-279566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1143351" y="1582057"/>
            <a:ext cx="9905299" cy="4112230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6350" cap="sq">
            <a:noFill/>
            <a:miter/>
          </a:ln>
          <a:effectLst>
            <a:outerShdw blurRad="88900" dist="76200" dir="30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71674" y="1694095"/>
            <a:ext cx="9648652" cy="3881232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6393482"/>
            <a:ext cx="12192000" cy="47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Hình ảnh 6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flipH="1">
            <a:off x="8382467" y="2940696"/>
            <a:ext cx="3853075" cy="39320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0" y="-3620"/>
            <a:ext cx="9905299" cy="369311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904413" y="-3620"/>
            <a:ext cx="2830911" cy="369311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-8844" y="6386286"/>
            <a:ext cx="2830911" cy="47204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1" name="Hình ảnh 10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238012" y="3876363"/>
            <a:ext cx="32861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标题 1"/>
          <p:cNvSpPr txBox="1"/>
          <p:nvPr/>
        </p:nvSpPr>
        <p:spPr>
          <a:xfrm>
            <a:off x="2811621" y="2123415"/>
            <a:ext cx="6568759" cy="17236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Thiết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kế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module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chức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năng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070936" y="3922955"/>
            <a:ext cx="2050128" cy="28526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9600">
                <a:ln w="12700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OPPOSans B" panose="020B0604020202020204" charset="-122"/>
                <a:cs typeface="Times New Roman" panose="02020603050405020304" pitchFamily="18" charset="0"/>
              </a:rPr>
              <a:t>02</a:t>
            </a:r>
            <a:endParaRPr kumimoji="1" lang="zh-CN" altLang="en-US">
              <a:latin typeface="Times New Roman" panose="02020603050405020304" pitchFamily="18" charset="0"/>
              <a:ea typeface="OPPOSans B" panose="020B0604020202020204" charset="-122"/>
              <a:cs typeface="Times New Roman" panose="02020603050405020304" pitchFamily="18" charset="0"/>
            </a:endParaRPr>
          </a:p>
        </p:txBody>
      </p:sp>
      <p:grpSp>
        <p:nvGrpSpPr>
          <p:cNvPr id="14" name="Nhóm 13"/>
          <p:cNvGrpSpPr/>
          <p:nvPr/>
        </p:nvGrpSpPr>
        <p:grpSpPr>
          <a:xfrm>
            <a:off x="3601452" y="4444138"/>
            <a:ext cx="4989096" cy="445401"/>
            <a:chOff x="3601452" y="4444138"/>
            <a:chExt cx="4989096" cy="445401"/>
          </a:xfrm>
        </p:grpSpPr>
        <p:sp>
          <p:nvSpPr>
            <p:cNvPr id="15" name="标题 1"/>
            <p:cNvSpPr txBox="1"/>
            <p:nvPr/>
          </p:nvSpPr>
          <p:spPr>
            <a:xfrm flipH="1">
              <a:off x="7271981" y="4444138"/>
              <a:ext cx="1318567" cy="445401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3601452" y="4444138"/>
              <a:ext cx="1318565" cy="445400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2843529"/>
            <a:ext cx="5307754" cy="2645084"/>
          </a:xfrm>
          <a:prstGeom prst="roundRect">
            <a:avLst>
              <a:gd name="adj" fmla="val 6411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211146" y="2843530"/>
            <a:ext cx="5307754" cy="2645084"/>
          </a:xfrm>
          <a:prstGeom prst="roundRect">
            <a:avLst>
              <a:gd name="adj" fmla="val 6411"/>
            </a:avLst>
          </a:pr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574007" y="1432310"/>
            <a:ext cx="1154977" cy="3325118"/>
          </a:xfrm>
          <a:custGeom>
            <a:avLst/>
            <a:gdLst>
              <a:gd name="connsiteX0" fmla="*/ 658936 w 1154977"/>
              <a:gd name="connsiteY0" fmla="*/ 0 h 3325118"/>
              <a:gd name="connsiteX1" fmla="*/ 1142397 w 1154977"/>
              <a:gd name="connsiteY1" fmla="*/ 210162 h 3325118"/>
              <a:gd name="connsiteX2" fmla="*/ 1140331 w 1154977"/>
              <a:gd name="connsiteY2" fmla="*/ 212085 h 3325118"/>
              <a:gd name="connsiteX3" fmla="*/ 1149404 w 1154977"/>
              <a:gd name="connsiteY3" fmla="*/ 225541 h 3325118"/>
              <a:gd name="connsiteX4" fmla="*/ 1154977 w 1154977"/>
              <a:gd name="connsiteY4" fmla="*/ 253148 h 3325118"/>
              <a:gd name="connsiteX5" fmla="*/ 1084052 w 1154977"/>
              <a:gd name="connsiteY5" fmla="*/ 324073 h 3325118"/>
              <a:gd name="connsiteX6" fmla="*/ 1033900 w 1154977"/>
              <a:gd name="connsiteY6" fmla="*/ 303300 h 3325118"/>
              <a:gd name="connsiteX7" fmla="*/ 1029462 w 1154977"/>
              <a:gd name="connsiteY7" fmla="*/ 296716 h 3325118"/>
              <a:gd name="connsiteX8" fmla="*/ 974754 w 1154977"/>
              <a:gd name="connsiteY8" fmla="*/ 247053 h 3325118"/>
              <a:gd name="connsiteX9" fmla="*/ 411454 w 1154977"/>
              <a:gd name="connsiteY9" fmla="*/ 203692 h 3325118"/>
              <a:gd name="connsiteX10" fmla="*/ 156351 w 1154977"/>
              <a:gd name="connsiteY10" fmla="*/ 786702 h 3325118"/>
              <a:gd name="connsiteX11" fmla="*/ 657666 w 1154977"/>
              <a:gd name="connsiteY11" fmla="*/ 1178697 h 3325118"/>
              <a:gd name="connsiteX12" fmla="*/ 657660 w 1154977"/>
              <a:gd name="connsiteY12" fmla="*/ 1180206 h 3325118"/>
              <a:gd name="connsiteX13" fmla="*/ 660023 w 1154977"/>
              <a:gd name="connsiteY13" fmla="*/ 1179227 h 3325118"/>
              <a:gd name="connsiteX14" fmla="*/ 722704 w 1154977"/>
              <a:gd name="connsiteY14" fmla="*/ 1241908 h 3325118"/>
              <a:gd name="connsiteX15" fmla="*/ 722703 w 1154977"/>
              <a:gd name="connsiteY15" fmla="*/ 3262437 h 3325118"/>
              <a:gd name="connsiteX16" fmla="*/ 660022 w 1154977"/>
              <a:gd name="connsiteY16" fmla="*/ 3325118 h 3325118"/>
              <a:gd name="connsiteX17" fmla="*/ 660023 w 1154977"/>
              <a:gd name="connsiteY17" fmla="*/ 3325117 h 3325118"/>
              <a:gd name="connsiteX18" fmla="*/ 597342 w 1154977"/>
              <a:gd name="connsiteY18" fmla="*/ 3262436 h 3325118"/>
              <a:gd name="connsiteX19" fmla="*/ 597342 w 1154977"/>
              <a:gd name="connsiteY19" fmla="*/ 1308885 h 3325118"/>
              <a:gd name="connsiteX20" fmla="*/ 440924 w 1154977"/>
              <a:gd name="connsiteY20" fmla="*/ 1281935 h 3325118"/>
              <a:gd name="connsiteX21" fmla="*/ 20136 w 1154977"/>
              <a:gd name="connsiteY21" fmla="*/ 821098 h 3325118"/>
              <a:gd name="connsiteX22" fmla="*/ 344281 w 1154977"/>
              <a:gd name="connsiteY22" fmla="*/ 80299 h 3325118"/>
              <a:gd name="connsiteX23" fmla="*/ 658936 w 1154977"/>
              <a:gd name="connsiteY23" fmla="*/ 0 h 3325118"/>
            </a:gdLst>
            <a:ahLst/>
            <a:cxnLst/>
            <a:rect l="l" t="t" r="r" b="b"/>
            <a:pathLst>
              <a:path w="1154977" h="3325118">
                <a:moveTo>
                  <a:pt x="658936" y="0"/>
                </a:moveTo>
                <a:cubicBezTo>
                  <a:pt x="837762" y="-125"/>
                  <a:pt x="1014147" y="72407"/>
                  <a:pt x="1142397" y="210162"/>
                </a:cubicBezTo>
                <a:lnTo>
                  <a:pt x="1140331" y="212085"/>
                </a:lnTo>
                <a:lnTo>
                  <a:pt x="1149404" y="225541"/>
                </a:lnTo>
                <a:cubicBezTo>
                  <a:pt x="1152993" y="234026"/>
                  <a:pt x="1154977" y="243355"/>
                  <a:pt x="1154977" y="253148"/>
                </a:cubicBezTo>
                <a:cubicBezTo>
                  <a:pt x="1154977" y="292319"/>
                  <a:pt x="1123223" y="324073"/>
                  <a:pt x="1084052" y="324073"/>
                </a:cubicBezTo>
                <a:cubicBezTo>
                  <a:pt x="1064467" y="324073"/>
                  <a:pt x="1046735" y="316135"/>
                  <a:pt x="1033900" y="303300"/>
                </a:cubicBezTo>
                <a:lnTo>
                  <a:pt x="1029462" y="296716"/>
                </a:lnTo>
                <a:lnTo>
                  <a:pt x="974754" y="247053"/>
                </a:lnTo>
                <a:cubicBezTo>
                  <a:pt x="814248" y="124347"/>
                  <a:pt x="593589" y="104542"/>
                  <a:pt x="411454" y="203692"/>
                </a:cubicBezTo>
                <a:cubicBezTo>
                  <a:pt x="203300" y="317006"/>
                  <a:pt x="98325" y="556916"/>
                  <a:pt x="156351" y="786702"/>
                </a:cubicBezTo>
                <a:cubicBezTo>
                  <a:pt x="214377" y="1016487"/>
                  <a:pt x="420670" y="1177794"/>
                  <a:pt x="657666" y="1178697"/>
                </a:cubicBezTo>
                <a:lnTo>
                  <a:pt x="657660" y="1180206"/>
                </a:lnTo>
                <a:lnTo>
                  <a:pt x="660023" y="1179227"/>
                </a:lnTo>
                <a:cubicBezTo>
                  <a:pt x="694641" y="1179227"/>
                  <a:pt x="722704" y="1207290"/>
                  <a:pt x="722704" y="1241908"/>
                </a:cubicBezTo>
                <a:cubicBezTo>
                  <a:pt x="722704" y="1915418"/>
                  <a:pt x="722703" y="2588927"/>
                  <a:pt x="722703" y="3262437"/>
                </a:cubicBezTo>
                <a:cubicBezTo>
                  <a:pt x="722703" y="3297055"/>
                  <a:pt x="694640" y="3325118"/>
                  <a:pt x="660022" y="3325118"/>
                </a:cubicBezTo>
                <a:lnTo>
                  <a:pt x="660023" y="3325117"/>
                </a:lnTo>
                <a:cubicBezTo>
                  <a:pt x="625405" y="3325117"/>
                  <a:pt x="597342" y="3297054"/>
                  <a:pt x="597342" y="3262436"/>
                </a:cubicBezTo>
                <a:lnTo>
                  <a:pt x="597342" y="1308885"/>
                </a:lnTo>
                <a:lnTo>
                  <a:pt x="440924" y="1281935"/>
                </a:lnTo>
                <a:cubicBezTo>
                  <a:pt x="236703" y="1210118"/>
                  <a:pt x="75433" y="1040080"/>
                  <a:pt x="20136" y="821098"/>
                </a:cubicBezTo>
                <a:cubicBezTo>
                  <a:pt x="-53595" y="529122"/>
                  <a:pt x="79791" y="224282"/>
                  <a:pt x="344281" y="80299"/>
                </a:cubicBezTo>
                <a:cubicBezTo>
                  <a:pt x="443465" y="26306"/>
                  <a:pt x="551640" y="74"/>
                  <a:pt x="65893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808852" y="1667117"/>
            <a:ext cx="849600" cy="8496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0400" y="2912108"/>
            <a:ext cx="5307754" cy="2909571"/>
          </a:xfrm>
          <a:prstGeom prst="roundRect">
            <a:avLst>
              <a:gd name="adj" fmla="val 6411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48845" y="3078480"/>
            <a:ext cx="4796538" cy="360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0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Quản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lý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hàng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hóa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ra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vào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848845" y="3492303"/>
            <a:ext cx="4796538" cy="21947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hỗ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tạo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lệnh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nhập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xuất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ghi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chép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thông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tin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số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lượng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giá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khác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một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chi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tiết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tự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cập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nhật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số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lượng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thể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phân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loại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nhập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phân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bổ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thông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minh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theo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tình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trạng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xuất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đảm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chính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xác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việc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2829620" y="1806857"/>
            <a:ext cx="808064" cy="5796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01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8185714" y="1432311"/>
            <a:ext cx="1154977" cy="3325118"/>
          </a:xfrm>
          <a:custGeom>
            <a:avLst/>
            <a:gdLst>
              <a:gd name="connsiteX0" fmla="*/ 658936 w 1154977"/>
              <a:gd name="connsiteY0" fmla="*/ 0 h 3325118"/>
              <a:gd name="connsiteX1" fmla="*/ 1142397 w 1154977"/>
              <a:gd name="connsiteY1" fmla="*/ 210162 h 3325118"/>
              <a:gd name="connsiteX2" fmla="*/ 1140331 w 1154977"/>
              <a:gd name="connsiteY2" fmla="*/ 212085 h 3325118"/>
              <a:gd name="connsiteX3" fmla="*/ 1149404 w 1154977"/>
              <a:gd name="connsiteY3" fmla="*/ 225541 h 3325118"/>
              <a:gd name="connsiteX4" fmla="*/ 1154977 w 1154977"/>
              <a:gd name="connsiteY4" fmla="*/ 253148 h 3325118"/>
              <a:gd name="connsiteX5" fmla="*/ 1084052 w 1154977"/>
              <a:gd name="connsiteY5" fmla="*/ 324073 h 3325118"/>
              <a:gd name="connsiteX6" fmla="*/ 1033900 w 1154977"/>
              <a:gd name="connsiteY6" fmla="*/ 303300 h 3325118"/>
              <a:gd name="connsiteX7" fmla="*/ 1029462 w 1154977"/>
              <a:gd name="connsiteY7" fmla="*/ 296716 h 3325118"/>
              <a:gd name="connsiteX8" fmla="*/ 974754 w 1154977"/>
              <a:gd name="connsiteY8" fmla="*/ 247053 h 3325118"/>
              <a:gd name="connsiteX9" fmla="*/ 411454 w 1154977"/>
              <a:gd name="connsiteY9" fmla="*/ 203692 h 3325118"/>
              <a:gd name="connsiteX10" fmla="*/ 156351 w 1154977"/>
              <a:gd name="connsiteY10" fmla="*/ 786702 h 3325118"/>
              <a:gd name="connsiteX11" fmla="*/ 657666 w 1154977"/>
              <a:gd name="connsiteY11" fmla="*/ 1178697 h 3325118"/>
              <a:gd name="connsiteX12" fmla="*/ 657660 w 1154977"/>
              <a:gd name="connsiteY12" fmla="*/ 1180206 h 3325118"/>
              <a:gd name="connsiteX13" fmla="*/ 660023 w 1154977"/>
              <a:gd name="connsiteY13" fmla="*/ 1179227 h 3325118"/>
              <a:gd name="connsiteX14" fmla="*/ 722704 w 1154977"/>
              <a:gd name="connsiteY14" fmla="*/ 1241908 h 3325118"/>
              <a:gd name="connsiteX15" fmla="*/ 722703 w 1154977"/>
              <a:gd name="connsiteY15" fmla="*/ 3262437 h 3325118"/>
              <a:gd name="connsiteX16" fmla="*/ 660022 w 1154977"/>
              <a:gd name="connsiteY16" fmla="*/ 3325118 h 3325118"/>
              <a:gd name="connsiteX17" fmla="*/ 660023 w 1154977"/>
              <a:gd name="connsiteY17" fmla="*/ 3325117 h 3325118"/>
              <a:gd name="connsiteX18" fmla="*/ 597342 w 1154977"/>
              <a:gd name="connsiteY18" fmla="*/ 3262436 h 3325118"/>
              <a:gd name="connsiteX19" fmla="*/ 597342 w 1154977"/>
              <a:gd name="connsiteY19" fmla="*/ 1308885 h 3325118"/>
              <a:gd name="connsiteX20" fmla="*/ 440924 w 1154977"/>
              <a:gd name="connsiteY20" fmla="*/ 1281935 h 3325118"/>
              <a:gd name="connsiteX21" fmla="*/ 20136 w 1154977"/>
              <a:gd name="connsiteY21" fmla="*/ 821098 h 3325118"/>
              <a:gd name="connsiteX22" fmla="*/ 344281 w 1154977"/>
              <a:gd name="connsiteY22" fmla="*/ 80299 h 3325118"/>
              <a:gd name="connsiteX23" fmla="*/ 658936 w 1154977"/>
              <a:gd name="connsiteY23" fmla="*/ 0 h 3325118"/>
            </a:gdLst>
            <a:ahLst/>
            <a:cxnLst/>
            <a:rect l="l" t="t" r="r" b="b"/>
            <a:pathLst>
              <a:path w="1154977" h="3325118">
                <a:moveTo>
                  <a:pt x="658936" y="0"/>
                </a:moveTo>
                <a:cubicBezTo>
                  <a:pt x="837762" y="-125"/>
                  <a:pt x="1014147" y="72407"/>
                  <a:pt x="1142397" y="210162"/>
                </a:cubicBezTo>
                <a:lnTo>
                  <a:pt x="1140331" y="212085"/>
                </a:lnTo>
                <a:lnTo>
                  <a:pt x="1149404" y="225541"/>
                </a:lnTo>
                <a:cubicBezTo>
                  <a:pt x="1152993" y="234026"/>
                  <a:pt x="1154977" y="243355"/>
                  <a:pt x="1154977" y="253148"/>
                </a:cubicBezTo>
                <a:cubicBezTo>
                  <a:pt x="1154977" y="292319"/>
                  <a:pt x="1123223" y="324073"/>
                  <a:pt x="1084052" y="324073"/>
                </a:cubicBezTo>
                <a:cubicBezTo>
                  <a:pt x="1064467" y="324073"/>
                  <a:pt x="1046735" y="316135"/>
                  <a:pt x="1033900" y="303300"/>
                </a:cubicBezTo>
                <a:lnTo>
                  <a:pt x="1029462" y="296716"/>
                </a:lnTo>
                <a:lnTo>
                  <a:pt x="974754" y="247053"/>
                </a:lnTo>
                <a:cubicBezTo>
                  <a:pt x="814248" y="124347"/>
                  <a:pt x="593589" y="104542"/>
                  <a:pt x="411454" y="203692"/>
                </a:cubicBezTo>
                <a:cubicBezTo>
                  <a:pt x="203300" y="317006"/>
                  <a:pt x="98325" y="556916"/>
                  <a:pt x="156351" y="786702"/>
                </a:cubicBezTo>
                <a:cubicBezTo>
                  <a:pt x="214377" y="1016487"/>
                  <a:pt x="420670" y="1177794"/>
                  <a:pt x="657666" y="1178697"/>
                </a:cubicBezTo>
                <a:lnTo>
                  <a:pt x="657660" y="1180206"/>
                </a:lnTo>
                <a:lnTo>
                  <a:pt x="660023" y="1179227"/>
                </a:lnTo>
                <a:cubicBezTo>
                  <a:pt x="694641" y="1179227"/>
                  <a:pt x="722704" y="1207290"/>
                  <a:pt x="722704" y="1241908"/>
                </a:cubicBezTo>
                <a:cubicBezTo>
                  <a:pt x="722704" y="1915418"/>
                  <a:pt x="722703" y="2588927"/>
                  <a:pt x="722703" y="3262437"/>
                </a:cubicBezTo>
                <a:cubicBezTo>
                  <a:pt x="722703" y="3297055"/>
                  <a:pt x="694640" y="3325118"/>
                  <a:pt x="660022" y="3325118"/>
                </a:cubicBezTo>
                <a:lnTo>
                  <a:pt x="660023" y="3325117"/>
                </a:lnTo>
                <a:cubicBezTo>
                  <a:pt x="625405" y="3325117"/>
                  <a:pt x="597342" y="3297054"/>
                  <a:pt x="597342" y="3262436"/>
                </a:cubicBezTo>
                <a:lnTo>
                  <a:pt x="597342" y="1308885"/>
                </a:lnTo>
                <a:lnTo>
                  <a:pt x="440924" y="1281935"/>
                </a:lnTo>
                <a:cubicBezTo>
                  <a:pt x="236703" y="1210118"/>
                  <a:pt x="75433" y="1040080"/>
                  <a:pt x="20136" y="821098"/>
                </a:cubicBezTo>
                <a:cubicBezTo>
                  <a:pt x="-53595" y="529122"/>
                  <a:pt x="79791" y="224282"/>
                  <a:pt x="344281" y="80299"/>
                </a:cubicBezTo>
                <a:cubicBezTo>
                  <a:pt x="443465" y="26306"/>
                  <a:pt x="551640" y="74"/>
                  <a:pt x="658936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420558" y="1667118"/>
            <a:ext cx="849600" cy="8496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211146" y="2912109"/>
            <a:ext cx="5307754" cy="2909571"/>
          </a:xfrm>
          <a:prstGeom prst="roundRect">
            <a:avLst>
              <a:gd name="adj" fmla="val 6411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466754" y="3078480"/>
            <a:ext cx="4796538" cy="360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0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Kiểm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kê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kho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hàng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và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thông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báo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6466754" y="3492304"/>
            <a:ext cx="4796538" cy="21947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Cung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cấp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chức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kiểm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kê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thường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xuyên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tự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so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sánh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thực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tế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tạo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báo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kiểm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kê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giúp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doanh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tìm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sự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khác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biệt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giữa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một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kịp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thời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lập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chế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cảnh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báo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giới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hạn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trên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dưới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Khi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số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lượng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gần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hoặc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thấp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hơn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giá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trị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đặt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sẽ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tự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nhắc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nhở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nhân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viên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mua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bổ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sung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kịp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thời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tránh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nguy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hết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8441326" y="1806858"/>
            <a:ext cx="808064" cy="5796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02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3724914" y="1783079"/>
            <a:ext cx="152401" cy="152401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9336620" y="1783080"/>
            <a:ext cx="152401" cy="15240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chemeClr val="bg1">
              <a:alpha val="100000"/>
            </a:scheme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Chức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năng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cốt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lõi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của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Quản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lý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kho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hàng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Nhóm 24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26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268925" y="2572070"/>
            <a:ext cx="1657794" cy="1657794"/>
          </a:xfrm>
          <a:prstGeom prst="arc">
            <a:avLst>
              <a:gd name="adj1" fmla="val 12611919"/>
              <a:gd name="adj2" fmla="val 21594316"/>
            </a:avLst>
          </a:prstGeom>
          <a:noFill/>
          <a:ln w="133350" cap="rnd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760867" y="3091248"/>
            <a:ext cx="699729" cy="699729"/>
          </a:xfrm>
          <a:prstGeom prst="arc">
            <a:avLst>
              <a:gd name="adj1" fmla="val 10800000"/>
              <a:gd name="adj2" fmla="val 648000"/>
            </a:avLst>
          </a:prstGeom>
          <a:noFill/>
          <a:ln w="133350" cap="rnd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6912936" y="3441112"/>
            <a:ext cx="828989" cy="0"/>
          </a:xfrm>
          <a:prstGeom prst="line">
            <a:avLst/>
          </a:prstGeom>
          <a:noFill/>
          <a:ln w="133350" cap="rnd">
            <a:solidFill>
              <a:schemeClr val="accent1"/>
            </a:solidFill>
            <a:prstDash val="solid"/>
            <a:miter/>
          </a:ln>
        </p:spPr>
      </p:cxnSp>
      <p:sp>
        <p:nvSpPr>
          <p:cNvPr id="11" name="标题 1"/>
          <p:cNvSpPr txBox="1"/>
          <p:nvPr/>
        </p:nvSpPr>
        <p:spPr>
          <a:xfrm flipH="1">
            <a:off x="3727986" y="3091248"/>
            <a:ext cx="699729" cy="699729"/>
          </a:xfrm>
          <a:prstGeom prst="arc">
            <a:avLst>
              <a:gd name="adj1" fmla="val 10800000"/>
              <a:gd name="adj2" fmla="val 3888000"/>
            </a:avLst>
          </a:prstGeom>
          <a:noFill/>
          <a:ln w="133350" cap="rnd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>
            <a:off x="4426152" y="3441112"/>
            <a:ext cx="828989" cy="0"/>
          </a:xfrm>
          <a:prstGeom prst="line">
            <a:avLst/>
          </a:prstGeom>
          <a:noFill/>
          <a:ln w="133350" cap="rnd">
            <a:solidFill>
              <a:schemeClr val="accent1"/>
            </a:solidFill>
            <a:prstDash val="solid"/>
            <a:miter/>
          </a:ln>
        </p:spPr>
      </p:cxnSp>
      <p:sp>
        <p:nvSpPr>
          <p:cNvPr id="13" name="标题 1"/>
          <p:cNvSpPr txBox="1"/>
          <p:nvPr/>
        </p:nvSpPr>
        <p:spPr>
          <a:xfrm rot="10800000">
            <a:off x="5265283" y="2574352"/>
            <a:ext cx="1657794" cy="1657794"/>
          </a:xfrm>
          <a:prstGeom prst="arc">
            <a:avLst>
              <a:gd name="adj1" fmla="val 12654381"/>
              <a:gd name="adj2" fmla="val 21423341"/>
            </a:avLst>
          </a:prstGeom>
          <a:noFill/>
          <a:ln w="133350" cap="rnd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486375" y="2808975"/>
            <a:ext cx="1211916" cy="121191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50800" dist="38100" dir="5400000" algn="t" rotWithShape="0">
              <a:schemeClr val="accent1">
                <a:lumMod val="50000"/>
                <a:alpha val="2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954383" y="2932429"/>
            <a:ext cx="584200" cy="6248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02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3901672" y="2932429"/>
            <a:ext cx="584200" cy="62483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01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672002" y="1847850"/>
            <a:ext cx="2891721" cy="83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Tạo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báo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cáo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kê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8672002" y="2730405"/>
            <a:ext cx="2891721" cy="31179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thể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tạo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nhiều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loại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báo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kê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chẳng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hạn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báo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tỷ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lệ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luân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chuyển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báo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chi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tiết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nhập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xuất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v.v.,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cung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cấp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hỗ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trợ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việc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quyết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định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công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ty.
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Báo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hỗ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trợ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điều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kiện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vấn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tùy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chỉnh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dùng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thể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vấn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dựa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trên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chiều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thời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loại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đáp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ứng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nhau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615578" y="1847850"/>
            <a:ext cx="2891722" cy="8304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Lưu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trữ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và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bảo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mật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dữ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liệu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615578" y="2730405"/>
            <a:ext cx="2891721" cy="31179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dụng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quan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nhằm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đảm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cấu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trúc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nhất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quán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giúp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vấn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dễ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hơn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khai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chế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sao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phục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hồi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sao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thường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xuyên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ngăn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ngừa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mất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đảm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an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ninh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doanh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5784244" y="3304411"/>
            <a:ext cx="489714" cy="367358"/>
          </a:xfrm>
          <a:custGeom>
            <a:avLst/>
            <a:gdLst>
              <a:gd name="connsiteX0" fmla="*/ 489617 w 489714"/>
              <a:gd name="connsiteY0" fmla="*/ 105533 h 367358"/>
              <a:gd name="connsiteX1" fmla="*/ 468784 w 489714"/>
              <a:gd name="connsiteY1" fmla="*/ 76386 h 367358"/>
              <a:gd name="connsiteX2" fmla="*/ 457145 w 489714"/>
              <a:gd name="connsiteY2" fmla="*/ 74626 h 367358"/>
              <a:gd name="connsiteX3" fmla="*/ 316500 w 489714"/>
              <a:gd name="connsiteY3" fmla="*/ 74626 h 367358"/>
              <a:gd name="connsiteX4" fmla="*/ 306818 w 489714"/>
              <a:gd name="connsiteY4" fmla="*/ 73452 h 367358"/>
              <a:gd name="connsiteX5" fmla="*/ 284811 w 489714"/>
              <a:gd name="connsiteY5" fmla="*/ 52033 h 367358"/>
              <a:gd name="connsiteX6" fmla="*/ 276595 w 489714"/>
              <a:gd name="connsiteY6" fmla="*/ 23082 h 367358"/>
              <a:gd name="connsiteX7" fmla="*/ 255469 w 489714"/>
              <a:gd name="connsiteY7" fmla="*/ 1174 h 367358"/>
              <a:gd name="connsiteX8" fmla="*/ 244711 w 489714"/>
              <a:gd name="connsiteY8" fmla="*/ 0 h 367358"/>
              <a:gd name="connsiteX9" fmla="*/ 32765 w 489714"/>
              <a:gd name="connsiteY9" fmla="*/ 0 h 367358"/>
              <a:gd name="connsiteX10" fmla="*/ 30026 w 489714"/>
              <a:gd name="connsiteY10" fmla="*/ 0 h 367358"/>
              <a:gd name="connsiteX11" fmla="*/ 1271 w 489714"/>
              <a:gd name="connsiteY11" fmla="*/ 22593 h 367358"/>
              <a:gd name="connsiteX12" fmla="*/ 98 w 489714"/>
              <a:gd name="connsiteY12" fmla="*/ 32667 h 367358"/>
              <a:gd name="connsiteX13" fmla="*/ 0 w 489714"/>
              <a:gd name="connsiteY13" fmla="*/ 334496 h 367358"/>
              <a:gd name="connsiteX14" fmla="*/ 0 w 489714"/>
              <a:gd name="connsiteY14" fmla="*/ 336843 h 367358"/>
              <a:gd name="connsiteX15" fmla="*/ 21517 w 489714"/>
              <a:gd name="connsiteY15" fmla="*/ 365892 h 367358"/>
              <a:gd name="connsiteX16" fmla="*/ 33939 w 489714"/>
              <a:gd name="connsiteY16" fmla="*/ 367359 h 367358"/>
              <a:gd name="connsiteX17" fmla="*/ 245004 w 489714"/>
              <a:gd name="connsiteY17" fmla="*/ 367359 h 367358"/>
              <a:gd name="connsiteX18" fmla="*/ 454407 w 489714"/>
              <a:gd name="connsiteY18" fmla="*/ 367359 h 367358"/>
              <a:gd name="connsiteX19" fmla="*/ 460177 w 489714"/>
              <a:gd name="connsiteY19" fmla="*/ 367359 h 367358"/>
              <a:gd name="connsiteX20" fmla="*/ 480717 w 489714"/>
              <a:gd name="connsiteY20" fmla="*/ 358361 h 367358"/>
              <a:gd name="connsiteX21" fmla="*/ 489715 w 489714"/>
              <a:gd name="connsiteY21" fmla="*/ 336061 h 367358"/>
              <a:gd name="connsiteX22" fmla="*/ 489715 w 489714"/>
              <a:gd name="connsiteY22" fmla="*/ 213412 h 367358"/>
              <a:gd name="connsiteX23" fmla="*/ 489715 w 489714"/>
              <a:gd name="connsiteY23" fmla="*/ 105630 h 367358"/>
            </a:gdLst>
            <a:ahLst/>
            <a:cxnLst/>
            <a:rect l="l" t="t" r="r" b="b"/>
            <a:pathLst>
              <a:path w="489714" h="367358">
                <a:moveTo>
                  <a:pt x="489617" y="105533"/>
                </a:moveTo>
                <a:cubicBezTo>
                  <a:pt x="489617" y="92133"/>
                  <a:pt x="481303" y="80690"/>
                  <a:pt x="468784" y="76386"/>
                </a:cubicBezTo>
                <a:cubicBezTo>
                  <a:pt x="464970" y="75115"/>
                  <a:pt x="461155" y="74626"/>
                  <a:pt x="457145" y="74626"/>
                </a:cubicBezTo>
                <a:cubicBezTo>
                  <a:pt x="410296" y="74626"/>
                  <a:pt x="363447" y="74626"/>
                  <a:pt x="316500" y="74626"/>
                </a:cubicBezTo>
                <a:cubicBezTo>
                  <a:pt x="313273" y="74626"/>
                  <a:pt x="309947" y="74332"/>
                  <a:pt x="306818" y="73452"/>
                </a:cubicBezTo>
                <a:cubicBezTo>
                  <a:pt x="295668" y="70322"/>
                  <a:pt x="288137" y="63183"/>
                  <a:pt x="284811" y="52033"/>
                </a:cubicBezTo>
                <a:cubicBezTo>
                  <a:pt x="281877" y="42448"/>
                  <a:pt x="279432" y="32667"/>
                  <a:pt x="276595" y="23082"/>
                </a:cubicBezTo>
                <a:cubicBezTo>
                  <a:pt x="273466" y="12030"/>
                  <a:pt x="266424" y="4695"/>
                  <a:pt x="255469" y="1174"/>
                </a:cubicBezTo>
                <a:cubicBezTo>
                  <a:pt x="251948" y="0"/>
                  <a:pt x="248330" y="0"/>
                  <a:pt x="244711" y="0"/>
                </a:cubicBezTo>
                <a:lnTo>
                  <a:pt x="32765" y="0"/>
                </a:lnTo>
                <a:cubicBezTo>
                  <a:pt x="31885" y="0"/>
                  <a:pt x="31005" y="0"/>
                  <a:pt x="30026" y="0"/>
                </a:cubicBezTo>
                <a:cubicBezTo>
                  <a:pt x="16431" y="391"/>
                  <a:pt x="4695" y="9389"/>
                  <a:pt x="1271" y="22593"/>
                </a:cubicBezTo>
                <a:cubicBezTo>
                  <a:pt x="391" y="25821"/>
                  <a:pt x="98" y="29244"/>
                  <a:pt x="98" y="32667"/>
                </a:cubicBezTo>
                <a:cubicBezTo>
                  <a:pt x="0" y="133212"/>
                  <a:pt x="0" y="233854"/>
                  <a:pt x="0" y="334496"/>
                </a:cubicBezTo>
                <a:cubicBezTo>
                  <a:pt x="0" y="335278"/>
                  <a:pt x="0" y="336061"/>
                  <a:pt x="0" y="336843"/>
                </a:cubicBezTo>
                <a:cubicBezTo>
                  <a:pt x="196" y="350145"/>
                  <a:pt x="8803" y="361784"/>
                  <a:pt x="21517" y="365892"/>
                </a:cubicBezTo>
                <a:cubicBezTo>
                  <a:pt x="25527" y="367261"/>
                  <a:pt x="29733" y="367359"/>
                  <a:pt x="33939" y="367359"/>
                </a:cubicBezTo>
                <a:lnTo>
                  <a:pt x="245004" y="367359"/>
                </a:lnTo>
                <a:cubicBezTo>
                  <a:pt x="314838" y="367359"/>
                  <a:pt x="384573" y="367359"/>
                  <a:pt x="454407" y="367359"/>
                </a:cubicBezTo>
                <a:cubicBezTo>
                  <a:pt x="456363" y="367359"/>
                  <a:pt x="458221" y="367359"/>
                  <a:pt x="460177" y="367359"/>
                </a:cubicBezTo>
                <a:cubicBezTo>
                  <a:pt x="468197" y="367065"/>
                  <a:pt x="475044" y="364033"/>
                  <a:pt x="480717" y="358361"/>
                </a:cubicBezTo>
                <a:cubicBezTo>
                  <a:pt x="486878" y="352199"/>
                  <a:pt x="489715" y="344766"/>
                  <a:pt x="489715" y="336061"/>
                </a:cubicBezTo>
                <a:cubicBezTo>
                  <a:pt x="489715" y="295178"/>
                  <a:pt x="489715" y="254295"/>
                  <a:pt x="489715" y="213412"/>
                </a:cubicBezTo>
                <a:cubicBezTo>
                  <a:pt x="489715" y="177518"/>
                  <a:pt x="489715" y="141623"/>
                  <a:pt x="489715" y="105630"/>
                </a:cubicBezTo>
                <a:close/>
              </a:path>
            </a:pathLst>
          </a:custGeom>
          <a:solidFill>
            <a:schemeClr val="bg1"/>
          </a:solidFill>
          <a:ln w="967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5868063" y="3155747"/>
            <a:ext cx="533629" cy="421054"/>
          </a:xfrm>
          <a:custGeom>
            <a:avLst/>
            <a:gdLst>
              <a:gd name="connsiteX0" fmla="*/ 533630 w 533629"/>
              <a:gd name="connsiteY0" fmla="*/ 138395 h 421054"/>
              <a:gd name="connsiteX1" fmla="*/ 508983 w 533629"/>
              <a:gd name="connsiteY1" fmla="*/ 85580 h 421054"/>
              <a:gd name="connsiteX2" fmla="*/ 463601 w 533629"/>
              <a:gd name="connsiteY2" fmla="*/ 68953 h 421054"/>
              <a:gd name="connsiteX3" fmla="*/ 439540 w 533629"/>
              <a:gd name="connsiteY3" fmla="*/ 68953 h 421054"/>
              <a:gd name="connsiteX4" fmla="*/ 363643 w 533629"/>
              <a:gd name="connsiteY4" fmla="*/ 68953 h 421054"/>
              <a:gd name="connsiteX5" fmla="*/ 356601 w 533629"/>
              <a:gd name="connsiteY5" fmla="*/ 68953 h 421054"/>
              <a:gd name="connsiteX6" fmla="*/ 341147 w 533629"/>
              <a:gd name="connsiteY6" fmla="*/ 68953 h 421054"/>
              <a:gd name="connsiteX7" fmla="*/ 336159 w 533629"/>
              <a:gd name="connsiteY7" fmla="*/ 51348 h 421054"/>
              <a:gd name="connsiteX8" fmla="*/ 268184 w 533629"/>
              <a:gd name="connsiteY8" fmla="*/ 0 h 421054"/>
              <a:gd name="connsiteX9" fmla="*/ 186125 w 533629"/>
              <a:gd name="connsiteY9" fmla="*/ 0 h 421054"/>
              <a:gd name="connsiteX10" fmla="*/ 70225 w 533629"/>
              <a:gd name="connsiteY10" fmla="*/ 0 h 421054"/>
              <a:gd name="connsiteX11" fmla="*/ 51250 w 533629"/>
              <a:gd name="connsiteY11" fmla="*/ 2641 h 421054"/>
              <a:gd name="connsiteX12" fmla="*/ 0 w 533629"/>
              <a:gd name="connsiteY12" fmla="*/ 70420 h 421054"/>
              <a:gd name="connsiteX13" fmla="*/ 0 w 533629"/>
              <a:gd name="connsiteY13" fmla="*/ 108075 h 421054"/>
              <a:gd name="connsiteX14" fmla="*/ 196 w 533629"/>
              <a:gd name="connsiteY14" fmla="*/ 111499 h 421054"/>
              <a:gd name="connsiteX15" fmla="*/ 978 w 533629"/>
              <a:gd name="connsiteY15" fmla="*/ 120301 h 421054"/>
              <a:gd name="connsiteX16" fmla="*/ 49588 w 533629"/>
              <a:gd name="connsiteY16" fmla="*/ 120301 h 421054"/>
              <a:gd name="connsiteX17" fmla="*/ 49588 w 533629"/>
              <a:gd name="connsiteY17" fmla="*/ 96534 h 421054"/>
              <a:gd name="connsiteX18" fmla="*/ 49588 w 533629"/>
              <a:gd name="connsiteY18" fmla="*/ 70127 h 421054"/>
              <a:gd name="connsiteX19" fmla="*/ 59759 w 533629"/>
              <a:gd name="connsiteY19" fmla="*/ 52522 h 421054"/>
              <a:gd name="connsiteX20" fmla="*/ 71105 w 533629"/>
              <a:gd name="connsiteY20" fmla="*/ 49783 h 421054"/>
              <a:gd name="connsiteX21" fmla="*/ 194634 w 533629"/>
              <a:gd name="connsiteY21" fmla="*/ 49783 h 421054"/>
              <a:gd name="connsiteX22" fmla="*/ 266619 w 533629"/>
              <a:gd name="connsiteY22" fmla="*/ 49783 h 421054"/>
              <a:gd name="connsiteX23" fmla="*/ 274444 w 533629"/>
              <a:gd name="connsiteY23" fmla="*/ 50663 h 421054"/>
              <a:gd name="connsiteX24" fmla="*/ 287941 w 533629"/>
              <a:gd name="connsiteY24" fmla="*/ 64356 h 421054"/>
              <a:gd name="connsiteX25" fmla="*/ 293907 w 533629"/>
              <a:gd name="connsiteY25" fmla="*/ 85287 h 421054"/>
              <a:gd name="connsiteX26" fmla="*/ 295374 w 533629"/>
              <a:gd name="connsiteY26" fmla="*/ 90568 h 421054"/>
              <a:gd name="connsiteX27" fmla="*/ 303786 w 533629"/>
              <a:gd name="connsiteY27" fmla="*/ 106217 h 421054"/>
              <a:gd name="connsiteX28" fmla="*/ 331660 w 533629"/>
              <a:gd name="connsiteY28" fmla="*/ 118345 h 421054"/>
              <a:gd name="connsiteX29" fmla="*/ 391420 w 533629"/>
              <a:gd name="connsiteY29" fmla="*/ 118345 h 421054"/>
              <a:gd name="connsiteX30" fmla="*/ 460080 w 533629"/>
              <a:gd name="connsiteY30" fmla="*/ 118345 h 421054"/>
              <a:gd name="connsiteX31" fmla="*/ 462134 w 533629"/>
              <a:gd name="connsiteY31" fmla="*/ 118345 h 421054"/>
              <a:gd name="connsiteX32" fmla="*/ 464090 w 533629"/>
              <a:gd name="connsiteY32" fmla="*/ 118345 h 421054"/>
              <a:gd name="connsiteX33" fmla="*/ 482966 w 533629"/>
              <a:gd name="connsiteY33" fmla="*/ 133701 h 421054"/>
              <a:gd name="connsiteX34" fmla="*/ 483651 w 533629"/>
              <a:gd name="connsiteY34" fmla="*/ 144948 h 421054"/>
              <a:gd name="connsiteX35" fmla="*/ 483651 w 533629"/>
              <a:gd name="connsiteY35" fmla="*/ 317380 h 421054"/>
              <a:gd name="connsiteX36" fmla="*/ 483651 w 533629"/>
              <a:gd name="connsiteY36" fmla="*/ 344570 h 421054"/>
              <a:gd name="connsiteX37" fmla="*/ 483651 w 533629"/>
              <a:gd name="connsiteY37" fmla="*/ 351808 h 421054"/>
              <a:gd name="connsiteX38" fmla="*/ 463992 w 533629"/>
              <a:gd name="connsiteY38" fmla="*/ 371369 h 421054"/>
              <a:gd name="connsiteX39" fmla="*/ 456656 w 533629"/>
              <a:gd name="connsiteY39" fmla="*/ 371369 h 421054"/>
              <a:gd name="connsiteX40" fmla="*/ 447952 w 533629"/>
              <a:gd name="connsiteY40" fmla="*/ 371369 h 421054"/>
              <a:gd name="connsiteX41" fmla="*/ 445702 w 533629"/>
              <a:gd name="connsiteY41" fmla="*/ 371369 h 421054"/>
              <a:gd name="connsiteX42" fmla="*/ 443257 w 533629"/>
              <a:gd name="connsiteY42" fmla="*/ 371467 h 421054"/>
              <a:gd name="connsiteX43" fmla="*/ 434063 w 533629"/>
              <a:gd name="connsiteY43" fmla="*/ 371956 h 421054"/>
              <a:gd name="connsiteX44" fmla="*/ 434063 w 533629"/>
              <a:gd name="connsiteY44" fmla="*/ 420467 h 421054"/>
              <a:gd name="connsiteX45" fmla="*/ 443257 w 533629"/>
              <a:gd name="connsiteY45" fmla="*/ 420956 h 421054"/>
              <a:gd name="connsiteX46" fmla="*/ 446093 w 533629"/>
              <a:gd name="connsiteY46" fmla="*/ 421054 h 421054"/>
              <a:gd name="connsiteX47" fmla="*/ 455483 w 533629"/>
              <a:gd name="connsiteY47" fmla="*/ 421054 h 421054"/>
              <a:gd name="connsiteX48" fmla="*/ 462036 w 533629"/>
              <a:gd name="connsiteY48" fmla="*/ 421054 h 421054"/>
              <a:gd name="connsiteX49" fmla="*/ 475924 w 533629"/>
              <a:gd name="connsiteY49" fmla="*/ 419783 h 421054"/>
              <a:gd name="connsiteX50" fmla="*/ 533336 w 533629"/>
              <a:gd name="connsiteY50" fmla="*/ 351514 h 421054"/>
              <a:gd name="connsiteX51" fmla="*/ 533336 w 533629"/>
              <a:gd name="connsiteY51" fmla="*/ 138395 h 421054"/>
            </a:gdLst>
            <a:ahLst/>
            <a:cxnLst/>
            <a:rect l="l" t="t" r="r" b="b"/>
            <a:pathLst>
              <a:path w="533629" h="421054">
                <a:moveTo>
                  <a:pt x="533630" y="138395"/>
                </a:moveTo>
                <a:cubicBezTo>
                  <a:pt x="533630" y="117367"/>
                  <a:pt x="525316" y="99566"/>
                  <a:pt x="508983" y="85580"/>
                </a:cubicBezTo>
                <a:cubicBezTo>
                  <a:pt x="496072" y="74528"/>
                  <a:pt x="480814" y="68953"/>
                  <a:pt x="463601" y="68953"/>
                </a:cubicBezTo>
                <a:lnTo>
                  <a:pt x="439540" y="68953"/>
                </a:lnTo>
                <a:cubicBezTo>
                  <a:pt x="439540" y="68953"/>
                  <a:pt x="363643" y="68953"/>
                  <a:pt x="363643" y="68953"/>
                </a:cubicBezTo>
                <a:lnTo>
                  <a:pt x="356601" y="68953"/>
                </a:lnTo>
                <a:cubicBezTo>
                  <a:pt x="356601" y="68953"/>
                  <a:pt x="341147" y="68953"/>
                  <a:pt x="341147" y="68953"/>
                </a:cubicBezTo>
                <a:lnTo>
                  <a:pt x="336159" y="51348"/>
                </a:lnTo>
                <a:cubicBezTo>
                  <a:pt x="327357" y="20637"/>
                  <a:pt x="299971" y="0"/>
                  <a:pt x="268184" y="0"/>
                </a:cubicBezTo>
                <a:lnTo>
                  <a:pt x="186125" y="0"/>
                </a:lnTo>
                <a:cubicBezTo>
                  <a:pt x="186125" y="0"/>
                  <a:pt x="70225" y="0"/>
                  <a:pt x="70225" y="0"/>
                </a:cubicBezTo>
                <a:cubicBezTo>
                  <a:pt x="64063" y="0"/>
                  <a:pt x="57706" y="880"/>
                  <a:pt x="51250" y="2641"/>
                </a:cubicBezTo>
                <a:cubicBezTo>
                  <a:pt x="21126" y="10856"/>
                  <a:pt x="0" y="38829"/>
                  <a:pt x="0" y="70420"/>
                </a:cubicBezTo>
                <a:cubicBezTo>
                  <a:pt x="0" y="82939"/>
                  <a:pt x="0" y="95556"/>
                  <a:pt x="0" y="108075"/>
                </a:cubicBezTo>
                <a:cubicBezTo>
                  <a:pt x="0" y="109151"/>
                  <a:pt x="98" y="110325"/>
                  <a:pt x="196" y="111499"/>
                </a:cubicBezTo>
                <a:lnTo>
                  <a:pt x="978" y="120301"/>
                </a:lnTo>
                <a:lnTo>
                  <a:pt x="49588" y="120301"/>
                </a:lnTo>
                <a:lnTo>
                  <a:pt x="49588" y="96534"/>
                </a:lnTo>
                <a:cubicBezTo>
                  <a:pt x="49588" y="87732"/>
                  <a:pt x="49588" y="78929"/>
                  <a:pt x="49588" y="70127"/>
                </a:cubicBezTo>
                <a:cubicBezTo>
                  <a:pt x="49685" y="62302"/>
                  <a:pt x="52913" y="56727"/>
                  <a:pt x="59759" y="52522"/>
                </a:cubicBezTo>
                <a:cubicBezTo>
                  <a:pt x="62791" y="50663"/>
                  <a:pt x="66410" y="49783"/>
                  <a:pt x="71105" y="49783"/>
                </a:cubicBezTo>
                <a:lnTo>
                  <a:pt x="194634" y="49783"/>
                </a:lnTo>
                <a:cubicBezTo>
                  <a:pt x="218596" y="49783"/>
                  <a:pt x="242657" y="49783"/>
                  <a:pt x="266619" y="49783"/>
                </a:cubicBezTo>
                <a:cubicBezTo>
                  <a:pt x="269945" y="49783"/>
                  <a:pt x="272488" y="50077"/>
                  <a:pt x="274444" y="50663"/>
                </a:cubicBezTo>
                <a:cubicBezTo>
                  <a:pt x="281388" y="52815"/>
                  <a:pt x="285789" y="57314"/>
                  <a:pt x="287941" y="64356"/>
                </a:cubicBezTo>
                <a:cubicBezTo>
                  <a:pt x="289995" y="71300"/>
                  <a:pt x="291951" y="78342"/>
                  <a:pt x="293907" y="85287"/>
                </a:cubicBezTo>
                <a:lnTo>
                  <a:pt x="295374" y="90568"/>
                </a:lnTo>
                <a:cubicBezTo>
                  <a:pt x="297135" y="96828"/>
                  <a:pt x="299873" y="101914"/>
                  <a:pt x="303786" y="106217"/>
                </a:cubicBezTo>
                <a:cubicBezTo>
                  <a:pt x="311219" y="114335"/>
                  <a:pt x="320608" y="118345"/>
                  <a:pt x="331660" y="118345"/>
                </a:cubicBezTo>
                <a:lnTo>
                  <a:pt x="391420" y="118345"/>
                </a:lnTo>
                <a:cubicBezTo>
                  <a:pt x="391420" y="118345"/>
                  <a:pt x="460080" y="118345"/>
                  <a:pt x="460080" y="118345"/>
                </a:cubicBezTo>
                <a:lnTo>
                  <a:pt x="462134" y="118345"/>
                </a:lnTo>
                <a:cubicBezTo>
                  <a:pt x="462818" y="118345"/>
                  <a:pt x="463405" y="118345"/>
                  <a:pt x="464090" y="118345"/>
                </a:cubicBezTo>
                <a:cubicBezTo>
                  <a:pt x="473283" y="118736"/>
                  <a:pt x="481010" y="125094"/>
                  <a:pt x="482966" y="133701"/>
                </a:cubicBezTo>
                <a:cubicBezTo>
                  <a:pt x="483651" y="136830"/>
                  <a:pt x="483651" y="140645"/>
                  <a:pt x="483651" y="144948"/>
                </a:cubicBezTo>
                <a:cubicBezTo>
                  <a:pt x="483651" y="202458"/>
                  <a:pt x="483651" y="259870"/>
                  <a:pt x="483651" y="317380"/>
                </a:cubicBezTo>
                <a:lnTo>
                  <a:pt x="483651" y="344570"/>
                </a:lnTo>
                <a:cubicBezTo>
                  <a:pt x="483651" y="347015"/>
                  <a:pt x="483651" y="349363"/>
                  <a:pt x="483651" y="351808"/>
                </a:cubicBezTo>
                <a:cubicBezTo>
                  <a:pt x="483357" y="362664"/>
                  <a:pt x="474751" y="371173"/>
                  <a:pt x="463992" y="371369"/>
                </a:cubicBezTo>
                <a:cubicBezTo>
                  <a:pt x="461547" y="371369"/>
                  <a:pt x="459102" y="371369"/>
                  <a:pt x="456656" y="371369"/>
                </a:cubicBezTo>
                <a:lnTo>
                  <a:pt x="447952" y="371369"/>
                </a:lnTo>
                <a:cubicBezTo>
                  <a:pt x="447952" y="371369"/>
                  <a:pt x="445702" y="371369"/>
                  <a:pt x="445702" y="371369"/>
                </a:cubicBezTo>
                <a:cubicBezTo>
                  <a:pt x="444920" y="371369"/>
                  <a:pt x="444137" y="371369"/>
                  <a:pt x="443257" y="371467"/>
                </a:cubicBezTo>
                <a:lnTo>
                  <a:pt x="434063" y="371956"/>
                </a:lnTo>
                <a:lnTo>
                  <a:pt x="434063" y="420467"/>
                </a:lnTo>
                <a:lnTo>
                  <a:pt x="443257" y="420956"/>
                </a:lnTo>
                <a:cubicBezTo>
                  <a:pt x="444235" y="420956"/>
                  <a:pt x="445213" y="421054"/>
                  <a:pt x="446093" y="421054"/>
                </a:cubicBezTo>
                <a:lnTo>
                  <a:pt x="455483" y="421054"/>
                </a:lnTo>
                <a:cubicBezTo>
                  <a:pt x="457634" y="421054"/>
                  <a:pt x="459884" y="421054"/>
                  <a:pt x="462036" y="421054"/>
                </a:cubicBezTo>
                <a:cubicBezTo>
                  <a:pt x="466437" y="420859"/>
                  <a:pt x="471132" y="420663"/>
                  <a:pt x="475924" y="419783"/>
                </a:cubicBezTo>
                <a:cubicBezTo>
                  <a:pt x="508689" y="414110"/>
                  <a:pt x="533336" y="384768"/>
                  <a:pt x="533336" y="351514"/>
                </a:cubicBezTo>
                <a:cubicBezTo>
                  <a:pt x="533336" y="280507"/>
                  <a:pt x="533336" y="209402"/>
                  <a:pt x="533336" y="138395"/>
                </a:cubicBezTo>
                <a:close/>
              </a:path>
            </a:pathLst>
          </a:custGeom>
          <a:solidFill>
            <a:schemeClr val="bg1"/>
          </a:solidFill>
          <a:ln w="967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224643">
            <a:off x="35773" y="5271698"/>
            <a:ext cx="12182053" cy="1985111"/>
          </a:xfrm>
          <a:custGeom>
            <a:avLst/>
            <a:gdLst>
              <a:gd name="connsiteX0" fmla="*/ 12104247 w 12182053"/>
              <a:gd name="connsiteY0" fmla="*/ 0 h 1985111"/>
              <a:gd name="connsiteX1" fmla="*/ 12182053 w 12182053"/>
              <a:gd name="connsiteY1" fmla="*/ 1188979 h 1985111"/>
              <a:gd name="connsiteX2" fmla="*/ 16075 w 12182053"/>
              <a:gd name="connsiteY2" fmla="*/ 1985111 h 1985111"/>
              <a:gd name="connsiteX3" fmla="*/ 0 w 12182053"/>
              <a:gd name="connsiteY3" fmla="*/ 1739463 h 1985111"/>
              <a:gd name="connsiteX4" fmla="*/ 473337 w 12182053"/>
              <a:gd name="connsiteY4" fmla="*/ 1748925 h 1985111"/>
              <a:gd name="connsiteX5" fmla="*/ 5558152 w 12182053"/>
              <a:gd name="connsiteY5" fmla="*/ 1451694 h 1985111"/>
              <a:gd name="connsiteX6" fmla="*/ 11800768 w 12182053"/>
              <a:gd name="connsiteY6" fmla="*/ 107701 h 1985111"/>
            </a:gdLst>
            <a:ahLst/>
            <a:cxnLst/>
            <a:rect l="l" t="t" r="r" b="b"/>
            <a:pathLst>
              <a:path w="12182053" h="1985111">
                <a:moveTo>
                  <a:pt x="12104247" y="0"/>
                </a:moveTo>
                <a:lnTo>
                  <a:pt x="12182053" y="1188979"/>
                </a:lnTo>
                <a:lnTo>
                  <a:pt x="16075" y="1985111"/>
                </a:lnTo>
                <a:lnTo>
                  <a:pt x="0" y="1739463"/>
                </a:lnTo>
                <a:lnTo>
                  <a:pt x="473337" y="1748925"/>
                </a:lnTo>
                <a:cubicBezTo>
                  <a:pt x="2040420" y="1764159"/>
                  <a:pt x="3772514" y="1669512"/>
                  <a:pt x="5558152" y="1451694"/>
                </a:cubicBezTo>
                <a:cubicBezTo>
                  <a:pt x="7993111" y="1154669"/>
                  <a:pt x="10149438" y="674739"/>
                  <a:pt x="11800768" y="10770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  <a:effectLst>
            <a:outerShdw blurRad="152400" dist="25400" dir="13500000" algn="br" rotWithShape="0">
              <a:schemeClr val="accent1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Quản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lý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dữ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liệu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và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phân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tích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kê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Nhóm 24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26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236024"/>
            <a:ext cx="12192000" cy="61574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46000"/>
          </a:blip>
          <a:srcRect l="2210" t="6656" r="5106" b="5682"/>
          <a:stretch>
            <a:fillRect/>
          </a:stretch>
        </p:blipFill>
        <p:spPr>
          <a:xfrm>
            <a:off x="-702713" y="-279566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1143351" y="1582057"/>
            <a:ext cx="9905299" cy="4112230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6350" cap="sq">
            <a:noFill/>
            <a:miter/>
          </a:ln>
          <a:effectLst>
            <a:outerShdw blurRad="88900" dist="76200" dir="30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71674" y="1694095"/>
            <a:ext cx="9648652" cy="3881232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6393482"/>
            <a:ext cx="12192000" cy="47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Hình ảnh 6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flipH="1">
            <a:off x="8382467" y="2940696"/>
            <a:ext cx="3853075" cy="39320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0" y="-3620"/>
            <a:ext cx="9905299" cy="369311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904413" y="-3620"/>
            <a:ext cx="2830911" cy="369311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-8844" y="6386286"/>
            <a:ext cx="2830911" cy="47204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1" name="Hình ảnh 10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238012" y="3876363"/>
            <a:ext cx="32861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标题 1"/>
          <p:cNvSpPr txBox="1"/>
          <p:nvPr/>
        </p:nvSpPr>
        <p:spPr>
          <a:xfrm>
            <a:off x="2811621" y="2123415"/>
            <a:ext cx="6568759" cy="17236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Kiến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trúc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và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triển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khai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
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070936" y="3922955"/>
            <a:ext cx="2050128" cy="28526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9600">
                <a:ln w="12700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03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Nhóm 13"/>
          <p:cNvGrpSpPr/>
          <p:nvPr/>
        </p:nvGrpSpPr>
        <p:grpSpPr>
          <a:xfrm>
            <a:off x="3601452" y="4444138"/>
            <a:ext cx="4989096" cy="445401"/>
            <a:chOff x="3601452" y="4444138"/>
            <a:chExt cx="4989096" cy="445401"/>
          </a:xfrm>
        </p:grpSpPr>
        <p:sp>
          <p:nvSpPr>
            <p:cNvPr id="15" name="标题 1"/>
            <p:cNvSpPr txBox="1"/>
            <p:nvPr/>
          </p:nvSpPr>
          <p:spPr>
            <a:xfrm flipH="1">
              <a:off x="7271981" y="4444138"/>
              <a:ext cx="1318567" cy="445401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3601452" y="4444138"/>
              <a:ext cx="1318565" cy="445400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917637" y="1427202"/>
            <a:ext cx="3356463" cy="4465598"/>
          </a:xfrm>
          <a:prstGeom prst="roundRect">
            <a:avLst>
              <a:gd name="adj" fmla="val 3013"/>
            </a:avLst>
          </a:prstGeom>
          <a:solidFill>
            <a:schemeClr val="bg1"/>
          </a:solidFill>
          <a:ln w="12700" cap="sq">
            <a:solidFill>
              <a:schemeClr val="bg1">
                <a:lumMod val="95000"/>
              </a:schemeClr>
            </a:solidFill>
            <a:miter/>
          </a:ln>
          <a:effectLst>
            <a:outerShdw blurRad="228600" sx="98000" sy="98000" algn="ctr" rotWithShape="0">
              <a:schemeClr val="tx1">
                <a:lumMod val="75000"/>
                <a:lumOff val="25000"/>
                <a:alpha val="2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917637" y="1423361"/>
            <a:ext cx="3356463" cy="910783"/>
          </a:xfrm>
          <a:custGeom>
            <a:avLst/>
            <a:gdLst>
              <a:gd name="connsiteX0" fmla="*/ 104959 w 3483534"/>
              <a:gd name="connsiteY0" fmla="*/ 0 h 697102"/>
              <a:gd name="connsiteX1" fmla="*/ 3378575 w 3483534"/>
              <a:gd name="connsiteY1" fmla="*/ 0 h 697102"/>
              <a:gd name="connsiteX2" fmla="*/ 3483534 w 3483534"/>
              <a:gd name="connsiteY2" fmla="*/ 104959 h 697102"/>
              <a:gd name="connsiteX3" fmla="*/ 3483534 w 3483534"/>
              <a:gd name="connsiteY3" fmla="*/ 697102 h 697102"/>
              <a:gd name="connsiteX4" fmla="*/ 0 w 3483534"/>
              <a:gd name="connsiteY4" fmla="*/ 697102 h 697102"/>
              <a:gd name="connsiteX5" fmla="*/ 0 w 3483534"/>
              <a:gd name="connsiteY5" fmla="*/ 104959 h 697102"/>
              <a:gd name="connsiteX6" fmla="*/ 104959 w 3483534"/>
              <a:gd name="connsiteY6" fmla="*/ 0 h 697102"/>
            </a:gdLst>
            <a:ahLst/>
            <a:cxnLst/>
            <a:rect l="l" t="t" r="r" b="b"/>
            <a:pathLst>
              <a:path w="3483534" h="697102">
                <a:moveTo>
                  <a:pt x="104959" y="0"/>
                </a:moveTo>
                <a:lnTo>
                  <a:pt x="3378575" y="0"/>
                </a:lnTo>
                <a:cubicBezTo>
                  <a:pt x="3436542" y="0"/>
                  <a:pt x="3483534" y="46992"/>
                  <a:pt x="3483534" y="104959"/>
                </a:cubicBezTo>
                <a:lnTo>
                  <a:pt x="3483534" y="697102"/>
                </a:lnTo>
                <a:lnTo>
                  <a:pt x="0" y="697102"/>
                </a:lnTo>
                <a:lnTo>
                  <a:pt x="0" y="104959"/>
                </a:lnTo>
                <a:cubicBezTo>
                  <a:pt x="0" y="46992"/>
                  <a:pt x="46992" y="0"/>
                  <a:pt x="10495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110948" y="1503220"/>
            <a:ext cx="2954948" cy="7598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Mô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hình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kiến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​​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trúc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ba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tầng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2049780" y="4043422"/>
            <a:ext cx="3041906" cy="17845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Áp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dụng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kiến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​​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trúc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ba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chia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thành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trình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bày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logic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vụ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cập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giao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tiếp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thông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qua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giao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diện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giúp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cải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thiện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khả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trì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khả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mở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rộng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trình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bày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chịu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trách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nhiệm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hiển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thị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giao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diện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dùng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logic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vụ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xử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quy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tắc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quy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trình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vụ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cập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chịu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trách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nhiệm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tương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tác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thực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thêm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xóa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sửa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đổi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vấn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标题 1"/>
          <p:cNvCxnSpPr/>
          <p:nvPr/>
        </p:nvCxnSpPr>
        <p:spPr>
          <a:xfrm>
            <a:off x="2214350" y="4025092"/>
            <a:ext cx="2763036" cy="0"/>
          </a:xfrm>
          <a:prstGeom prst="line">
            <a:avLst/>
          </a:prstGeom>
          <a:noFill/>
          <a:ln w="12700" cap="rnd">
            <a:solidFill>
              <a:schemeClr val="accent1"/>
            </a:solidFill>
            <a:miter/>
          </a:ln>
        </p:spPr>
      </p:cxnSp>
      <p:sp>
        <p:nvSpPr>
          <p:cNvPr id="13" name="标题 1"/>
          <p:cNvSpPr txBox="1"/>
          <p:nvPr/>
        </p:nvSpPr>
        <p:spPr>
          <a:xfrm>
            <a:off x="2991014" y="2583928"/>
            <a:ext cx="1209710" cy="1209710"/>
          </a:xfrm>
          <a:prstGeom prst="ellipse">
            <a:avLst/>
          </a:prstGeom>
          <a:gradFill>
            <a:gsLst>
              <a:gs pos="23000">
                <a:schemeClr val="bg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114300" dist="38100" dir="2700000" algn="tl" rotWithShape="0">
              <a:schemeClr val="tx1">
                <a:lumMod val="75000"/>
                <a:lumOff val="25000"/>
                <a:alpha val="22000"/>
              </a:schemeClr>
            </a:outerShdw>
          </a:effectLst>
        </p:spPr>
        <p:txBody>
          <a:bodyPr vert="horz"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905200" y="1427202"/>
            <a:ext cx="3356463" cy="4464637"/>
          </a:xfrm>
          <a:prstGeom prst="roundRect">
            <a:avLst>
              <a:gd name="adj" fmla="val 3013"/>
            </a:avLst>
          </a:prstGeom>
          <a:solidFill>
            <a:schemeClr val="bg1"/>
          </a:solidFill>
          <a:ln w="12700" cap="sq">
            <a:solidFill>
              <a:schemeClr val="bg1">
                <a:lumMod val="95000"/>
              </a:schemeClr>
            </a:solidFill>
            <a:miter/>
          </a:ln>
          <a:effectLst>
            <a:outerShdw blurRad="228600" sx="98000" sy="98000" algn="ctr" rotWithShape="0">
              <a:schemeClr val="tx1">
                <a:lumMod val="75000"/>
                <a:lumOff val="25000"/>
                <a:alpha val="2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905200" y="1423361"/>
            <a:ext cx="3356463" cy="913439"/>
          </a:xfrm>
          <a:custGeom>
            <a:avLst/>
            <a:gdLst>
              <a:gd name="connsiteX0" fmla="*/ 104959 w 3483534"/>
              <a:gd name="connsiteY0" fmla="*/ 0 h 697102"/>
              <a:gd name="connsiteX1" fmla="*/ 3378575 w 3483534"/>
              <a:gd name="connsiteY1" fmla="*/ 0 h 697102"/>
              <a:gd name="connsiteX2" fmla="*/ 3483534 w 3483534"/>
              <a:gd name="connsiteY2" fmla="*/ 104959 h 697102"/>
              <a:gd name="connsiteX3" fmla="*/ 3483534 w 3483534"/>
              <a:gd name="connsiteY3" fmla="*/ 697102 h 697102"/>
              <a:gd name="connsiteX4" fmla="*/ 0 w 3483534"/>
              <a:gd name="connsiteY4" fmla="*/ 697102 h 697102"/>
              <a:gd name="connsiteX5" fmla="*/ 0 w 3483534"/>
              <a:gd name="connsiteY5" fmla="*/ 104959 h 697102"/>
              <a:gd name="connsiteX6" fmla="*/ 104959 w 3483534"/>
              <a:gd name="connsiteY6" fmla="*/ 0 h 697102"/>
            </a:gdLst>
            <a:ahLst/>
            <a:cxnLst/>
            <a:rect l="l" t="t" r="r" b="b"/>
            <a:pathLst>
              <a:path w="3483534" h="697102">
                <a:moveTo>
                  <a:pt x="104959" y="0"/>
                </a:moveTo>
                <a:lnTo>
                  <a:pt x="3378575" y="0"/>
                </a:lnTo>
                <a:cubicBezTo>
                  <a:pt x="3436542" y="0"/>
                  <a:pt x="3483534" y="46992"/>
                  <a:pt x="3483534" y="104959"/>
                </a:cubicBezTo>
                <a:lnTo>
                  <a:pt x="3483534" y="697102"/>
                </a:lnTo>
                <a:lnTo>
                  <a:pt x="0" y="697102"/>
                </a:lnTo>
                <a:lnTo>
                  <a:pt x="0" y="104959"/>
                </a:lnTo>
                <a:cubicBezTo>
                  <a:pt x="0" y="46992"/>
                  <a:pt x="46992" y="0"/>
                  <a:pt x="10495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098511" y="1503220"/>
            <a:ext cx="2954948" cy="75984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Thiết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kế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mô-đun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7087223" y="4056881"/>
            <a:ext cx="2966236" cy="152367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chia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thành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module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chức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module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module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module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dùng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,...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Mỗi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module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tương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đối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lập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thuận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tiện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cho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việc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phát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trì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kế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dạng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mô-đun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cũng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hỗ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trợ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khả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mở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rộng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một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linh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Trong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tương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lai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mô-đun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chức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mới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thể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bổ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sung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theo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nhu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cầu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doanh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nghiệp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mà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không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phải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sửa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đổi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lớn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hiện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9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9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标题 1"/>
          <p:cNvCxnSpPr/>
          <p:nvPr/>
        </p:nvCxnSpPr>
        <p:spPr>
          <a:xfrm>
            <a:off x="7201913" y="4031846"/>
            <a:ext cx="2763036" cy="0"/>
          </a:xfrm>
          <a:prstGeom prst="line">
            <a:avLst/>
          </a:prstGeom>
          <a:noFill/>
          <a:ln w="12700" cap="rnd">
            <a:solidFill>
              <a:schemeClr val="accent1"/>
            </a:solidFill>
            <a:miter/>
          </a:ln>
        </p:spPr>
      </p:cxnSp>
      <p:sp>
        <p:nvSpPr>
          <p:cNvPr id="19" name="标题 1"/>
          <p:cNvSpPr txBox="1"/>
          <p:nvPr/>
        </p:nvSpPr>
        <p:spPr>
          <a:xfrm>
            <a:off x="7978577" y="2583928"/>
            <a:ext cx="1209710" cy="1209710"/>
          </a:xfrm>
          <a:prstGeom prst="ellipse">
            <a:avLst/>
          </a:prstGeom>
          <a:gradFill>
            <a:gsLst>
              <a:gs pos="23000">
                <a:schemeClr val="bg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>
            <a:outerShdw blurRad="114300" dist="38100" dir="2700000" algn="tl" rotWithShape="0">
              <a:schemeClr val="tx1">
                <a:lumMod val="75000"/>
                <a:lumOff val="25000"/>
                <a:alpha val="22000"/>
              </a:schemeClr>
            </a:outerShdw>
          </a:effectLst>
        </p:spPr>
        <p:txBody>
          <a:bodyPr vert="horz"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390391" y="2954121"/>
            <a:ext cx="410955" cy="469324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348770" y="2976035"/>
            <a:ext cx="469324" cy="425496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0" y="5988601"/>
            <a:ext cx="12192000" cy="710536"/>
          </a:xfrm>
          <a:custGeom>
            <a:avLst/>
            <a:gdLst>
              <a:gd name="connsiteX0" fmla="*/ 0 w 12192000"/>
              <a:gd name="connsiteY0" fmla="*/ 0 h 2548005"/>
              <a:gd name="connsiteX1" fmla="*/ 168614 w 12192000"/>
              <a:gd name="connsiteY1" fmla="*/ 119903 h 2548005"/>
              <a:gd name="connsiteX2" fmla="*/ 6096001 w 12192000"/>
              <a:gd name="connsiteY2" fmla="*/ 1930469 h 2548005"/>
              <a:gd name="connsiteX3" fmla="*/ 12023389 w 12192000"/>
              <a:gd name="connsiteY3" fmla="*/ 119903 h 2548005"/>
              <a:gd name="connsiteX4" fmla="*/ 12192000 w 12192000"/>
              <a:gd name="connsiteY4" fmla="*/ 1 h 2548005"/>
              <a:gd name="connsiteX5" fmla="*/ 12192000 w 12192000"/>
              <a:gd name="connsiteY5" fmla="*/ 2548005 h 2548005"/>
              <a:gd name="connsiteX6" fmla="*/ 0 w 12192000"/>
              <a:gd name="connsiteY6" fmla="*/ 2548005 h 2548005"/>
            </a:gdLst>
            <a:ahLst/>
            <a:cxnLst/>
            <a:rect l="l" t="t" r="r" b="b"/>
            <a:pathLst>
              <a:path w="12192000" h="2548005">
                <a:moveTo>
                  <a:pt x="0" y="0"/>
                </a:moveTo>
                <a:lnTo>
                  <a:pt x="168614" y="119903"/>
                </a:lnTo>
                <a:cubicBezTo>
                  <a:pt x="1860621" y="1263000"/>
                  <a:pt x="3900363" y="1930469"/>
                  <a:pt x="6096001" y="1930469"/>
                </a:cubicBezTo>
                <a:cubicBezTo>
                  <a:pt x="8291639" y="1930469"/>
                  <a:pt x="10331382" y="1263000"/>
                  <a:pt x="12023389" y="119903"/>
                </a:cubicBezTo>
                <a:lnTo>
                  <a:pt x="12192000" y="1"/>
                </a:lnTo>
                <a:lnTo>
                  <a:pt x="12192000" y="2548005"/>
                </a:lnTo>
                <a:lnTo>
                  <a:pt x="0" y="25480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0" y="6149231"/>
            <a:ext cx="12192000" cy="710537"/>
          </a:xfrm>
          <a:custGeom>
            <a:avLst/>
            <a:gdLst>
              <a:gd name="connsiteX0" fmla="*/ 0 w 12192000"/>
              <a:gd name="connsiteY0" fmla="*/ 0 h 2548005"/>
              <a:gd name="connsiteX1" fmla="*/ 168614 w 12192000"/>
              <a:gd name="connsiteY1" fmla="*/ 119903 h 2548005"/>
              <a:gd name="connsiteX2" fmla="*/ 6096001 w 12192000"/>
              <a:gd name="connsiteY2" fmla="*/ 1930469 h 2548005"/>
              <a:gd name="connsiteX3" fmla="*/ 12023389 w 12192000"/>
              <a:gd name="connsiteY3" fmla="*/ 119903 h 2548005"/>
              <a:gd name="connsiteX4" fmla="*/ 12192000 w 12192000"/>
              <a:gd name="connsiteY4" fmla="*/ 1 h 2548005"/>
              <a:gd name="connsiteX5" fmla="*/ 12192000 w 12192000"/>
              <a:gd name="connsiteY5" fmla="*/ 2548005 h 2548005"/>
              <a:gd name="connsiteX6" fmla="*/ 0 w 12192000"/>
              <a:gd name="connsiteY6" fmla="*/ 2548005 h 2548005"/>
            </a:gdLst>
            <a:ahLst/>
            <a:cxnLst/>
            <a:rect l="l" t="t" r="r" b="b"/>
            <a:pathLst>
              <a:path w="12192000" h="2548005">
                <a:moveTo>
                  <a:pt x="0" y="0"/>
                </a:moveTo>
                <a:lnTo>
                  <a:pt x="168614" y="119903"/>
                </a:lnTo>
                <a:cubicBezTo>
                  <a:pt x="1860621" y="1263000"/>
                  <a:pt x="3900363" y="1930469"/>
                  <a:pt x="6096001" y="1930469"/>
                </a:cubicBezTo>
                <a:cubicBezTo>
                  <a:pt x="8291639" y="1930469"/>
                  <a:pt x="10331382" y="1263000"/>
                  <a:pt x="12023389" y="119903"/>
                </a:cubicBezTo>
                <a:lnTo>
                  <a:pt x="12192000" y="1"/>
                </a:lnTo>
                <a:lnTo>
                  <a:pt x="12192000" y="2548005"/>
                </a:lnTo>
                <a:lnTo>
                  <a:pt x="0" y="254800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53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0800000" scaled="0"/>
          </a:gra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Thiết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kế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kiến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​​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trúc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Nhóm 24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26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8" name="Hình ảnh 7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222069" y="3069990"/>
            <a:ext cx="10241" cy="162777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>
            <a:off x="1091315" y="2368771"/>
            <a:ext cx="4513615" cy="432278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2700" cap="sq">
            <a:noFill/>
            <a:miter/>
          </a:ln>
          <a:effectLst>
            <a:outerShdw blurRad="190500" algn="ctr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208051" y="2339056"/>
            <a:ext cx="4311156" cy="4917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Thiết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kế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giao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diện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1148465" y="2992154"/>
            <a:ext cx="154800" cy="155672"/>
          </a:xfrm>
          <a:prstGeom prst="flowChartConnector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373835" y="2924748"/>
            <a:ext cx="4379284" cy="17181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Giao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diện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đơn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giản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trực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quan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dễ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vận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phù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hợp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thói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quen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dùng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dụng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điều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khiển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Windows Forms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xây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dựng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diện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dùng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cung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cấp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chức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tương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phong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phú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Giao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diện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bố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trí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hợp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thông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tin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hiển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thị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rõ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giúp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dùng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dễ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lấy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một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nhanh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chóng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nâng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cao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công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việc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Hình ảnh 12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6619634" y="3069990"/>
            <a:ext cx="10241" cy="162777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6544911" y="2368771"/>
            <a:ext cx="4513614" cy="432278"/>
          </a:xfrm>
          <a:prstGeom prst="roundRect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0"/>
          </a:gradFill>
          <a:ln w="12700" cap="sq">
            <a:noFill/>
            <a:miter/>
          </a:ln>
          <a:effectLst>
            <a:outerShdw blurRad="190500" algn="ctr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61646" y="2339056"/>
            <a:ext cx="4311154" cy="4917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Thiết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kế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cơ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sở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dữ</a:t>
            </a:r>
            <a:r>
              <a:rPr kumimoji="1" lang="en-US" altLang="zh-CN" sz="1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liệu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6552500" y="2992154"/>
            <a:ext cx="154800" cy="155672"/>
          </a:xfrm>
          <a:prstGeom prst="flowChartConnector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744005" y="2924748"/>
            <a:ext cx="4379284" cy="17181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kế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tuân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theo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nguyên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tắc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chuẩn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đảm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lập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toàn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vẹn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Nhiều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kế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chẳng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hạn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xuất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nhập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v.v.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liên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kết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nhau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thông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qua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khóa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ngoại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hỗ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trợ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xử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dịch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đảm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nguyên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tử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đảm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tính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nhất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quán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trong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đồng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3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thời</a:t>
            </a:r>
            <a:r>
              <a:rPr kumimoji="1" lang="en-US" altLang="zh-CN" sz="1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Chi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tiết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triển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khai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Nhóm 18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20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236024"/>
            <a:ext cx="12192000" cy="61574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46000"/>
          </a:blip>
          <a:srcRect l="2210" t="6656" r="5106" b="5682"/>
          <a:stretch>
            <a:fillRect/>
          </a:stretch>
        </p:blipFill>
        <p:spPr>
          <a:xfrm>
            <a:off x="-702713" y="-279566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1143351" y="1582057"/>
            <a:ext cx="9905299" cy="4112230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6350" cap="sq">
            <a:noFill/>
            <a:miter/>
          </a:ln>
          <a:effectLst>
            <a:outerShdw blurRad="88900" dist="76200" dir="30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71674" y="1694095"/>
            <a:ext cx="9648652" cy="3881232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6393482"/>
            <a:ext cx="12192000" cy="47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Hình ảnh 6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flipH="1">
            <a:off x="8382467" y="2940696"/>
            <a:ext cx="3853075" cy="39320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0" y="-3620"/>
            <a:ext cx="9905299" cy="369311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904413" y="-3620"/>
            <a:ext cx="2830911" cy="369311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-8844" y="6386286"/>
            <a:ext cx="2830911" cy="47204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1" name="Hình ảnh 10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238012" y="3876363"/>
            <a:ext cx="32861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标题 1"/>
          <p:cNvSpPr txBox="1"/>
          <p:nvPr/>
        </p:nvSpPr>
        <p:spPr>
          <a:xfrm>
            <a:off x="2811621" y="2123415"/>
            <a:ext cx="6568759" cy="17236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Kiểm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tra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và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tối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ưu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hóa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070936" y="3922955"/>
            <a:ext cx="2050128" cy="28526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9600">
                <a:ln w="12700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04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Nhóm 13"/>
          <p:cNvGrpSpPr/>
          <p:nvPr/>
        </p:nvGrpSpPr>
        <p:grpSpPr>
          <a:xfrm>
            <a:off x="3601452" y="4444138"/>
            <a:ext cx="4989096" cy="445401"/>
            <a:chOff x="3601452" y="4444138"/>
            <a:chExt cx="4989096" cy="445401"/>
          </a:xfrm>
        </p:grpSpPr>
        <p:sp>
          <p:nvSpPr>
            <p:cNvPr id="15" name="标题 1"/>
            <p:cNvSpPr txBox="1"/>
            <p:nvPr/>
          </p:nvSpPr>
          <p:spPr>
            <a:xfrm flipH="1">
              <a:off x="7271981" y="4444138"/>
              <a:ext cx="1318567" cy="445401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3601452" y="4444138"/>
              <a:ext cx="1318565" cy="445400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741854" y="1575835"/>
            <a:ext cx="702430" cy="718525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144573" y="1575835"/>
            <a:ext cx="702430" cy="718525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274134" y="1532022"/>
            <a:ext cx="5228313" cy="4170946"/>
          </a:xfrm>
          <a:prstGeom prst="snip1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76853" y="1532022"/>
            <a:ext cx="5228313" cy="4170946"/>
          </a:xfrm>
          <a:prstGeom prst="snip1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8100000">
            <a:off x="-175625" y="2758666"/>
            <a:ext cx="1717658" cy="1717658"/>
          </a:xfrm>
          <a:prstGeom prst="diagStripe">
            <a:avLst>
              <a:gd name="adj" fmla="val 88423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189773" y="4708054"/>
            <a:ext cx="657230" cy="10387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8000">
                <a:ln w="12700">
                  <a:solidFill>
                    <a:srgbClr val="3860F4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”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787054" y="4708054"/>
            <a:ext cx="657230" cy="10387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8000">
                <a:ln w="12700">
                  <a:solidFill>
                    <a:srgbClr val="3860F4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”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8100000">
            <a:off x="5412375" y="2720566"/>
            <a:ext cx="1717658" cy="1717658"/>
          </a:xfrm>
          <a:prstGeom prst="diagStripe">
            <a:avLst>
              <a:gd name="adj" fmla="val 88423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91600" y="2691211"/>
            <a:ext cx="4564910" cy="88247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Kiểm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tra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chức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năng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6688881" y="2691211"/>
            <a:ext cx="4564910" cy="88247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Kiểm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tra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hiệu</a:t>
            </a:r>
            <a:r>
              <a:rPr kumimoji="1" lang="en-US" altLang="zh-CN" sz="1600" b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1467F7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suất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6688882" y="3573681"/>
            <a:ext cx="4564912" cy="170848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Thực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bài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kiểm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suất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trên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đánh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giá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chỉ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số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suất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thời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phản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hồi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thông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lượng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nhằm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đảm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vẫn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thể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chạy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ổn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định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trong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điều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đồng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thời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cao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Bằng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mô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phỏng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tình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huống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với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số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lượng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dùng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tần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suất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nhau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điểm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nghẽn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về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suất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được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kiểm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thực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điều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chỉnh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tối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ưu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cải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suất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6688887" y="1695654"/>
            <a:ext cx="1272105" cy="99555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6600">
                <a:ln w="15875">
                  <a:solidFill>
                    <a:srgbClr val="3860F4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OPPOSans B"/>
                <a:cs typeface="Times New Roman" panose="02020603050405020304" pitchFamily="18" charset="0"/>
              </a:rPr>
              <a:t>02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1091601" y="3573681"/>
            <a:ext cx="4564912" cy="170848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Tiến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thử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nghiệm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toàn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tất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cả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chức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bao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gồm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ra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vấn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kê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v.v.,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đảm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chức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bình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thường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đáp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ứng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dùng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Bài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kiểm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bao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gồm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nhiều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điều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biên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tình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huống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bất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thường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chẳng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hạn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xuất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khi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số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lượng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tồn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kho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bằng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0,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điều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kiện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vấn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v.v.,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xác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minh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mạnh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mẽ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0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1088187" y="1695654"/>
            <a:ext cx="1272105" cy="99555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6600">
                <a:ln w="15875">
                  <a:solidFill>
                    <a:srgbClr val="3860F4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OPPOSans B"/>
                <a:cs typeface="Times New Roman" panose="02020603050405020304" pitchFamily="18" charset="0"/>
              </a:rPr>
              <a:t>01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Kiểm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tra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Nhóm 22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24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573942" y="1568882"/>
            <a:ext cx="4580848" cy="4073028"/>
          </a:xfrm>
          <a:prstGeom prst="hexagon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36084" y="1568882"/>
            <a:ext cx="4580848" cy="4073028"/>
          </a:xfrm>
          <a:prstGeom prst="hexagon">
            <a:avLst/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528801" y="1568882"/>
            <a:ext cx="4580848" cy="4073028"/>
          </a:xfrm>
          <a:prstGeom prst="hexagon">
            <a:avLst/>
          </a:prstGeom>
          <a:solidFill>
            <a:schemeClr val="accent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390944" y="1568882"/>
            <a:ext cx="4580848" cy="4073028"/>
          </a:xfrm>
          <a:prstGeom prst="hexagon">
            <a:avLst/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385810" y="1757849"/>
            <a:ext cx="959489" cy="827146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334770" y="1755975"/>
            <a:ext cx="959489" cy="827146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298533" y="1909812"/>
            <a:ext cx="1130300" cy="5319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OPPOSans H"/>
                <a:cs typeface="Times New Roman" panose="02020603050405020304" pitchFamily="18" charset="0"/>
              </a:rPr>
              <a:t>01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6247493" y="1917846"/>
            <a:ext cx="1134042" cy="5034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OPPOSans H"/>
                <a:cs typeface="Times New Roman" panose="02020603050405020304" pitchFamily="18" charset="0"/>
              </a:rPr>
              <a:t>02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2429588" y="1568882"/>
            <a:ext cx="2555281" cy="10673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Tối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ưu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hóa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mã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7422172" y="1568882"/>
            <a:ext cx="2555281" cy="10673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Tối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ưu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hóa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cơ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sở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dữ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liệu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1828287" y="2692048"/>
            <a:ext cx="3707875" cy="23880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Tối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ưu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nâng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cao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thực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dụng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thuật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toán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cấu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trúc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giảm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tính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toán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không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dụng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bộ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nhớ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Đóng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gói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tái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dụng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trùng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lặp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cải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thiện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trì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năng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đọc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cũng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giảm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chi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phí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phát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6820871" y="2692048"/>
            <a:ext cx="3741381" cy="23880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Tối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ưu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hóa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cấu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trúc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câu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lệnh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vấn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cải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thiện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suất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đọc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ghi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lập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chỉ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mục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hợp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tăng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tốc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truy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vấn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
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Thường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xuyên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dọn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dẹp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dư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thừa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lịch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sử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trong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giải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phóng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không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gian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lưu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cải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thiện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Tối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ưu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hóa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Nhóm 20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22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236024"/>
            <a:ext cx="12192000" cy="61574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46000"/>
          </a:blip>
          <a:srcRect l="2210" t="6656" r="5106" b="5682"/>
          <a:stretch>
            <a:fillRect/>
          </a:stretch>
        </p:blipFill>
        <p:spPr>
          <a:xfrm>
            <a:off x="-702713" y="-279566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1143351" y="1582057"/>
            <a:ext cx="9905299" cy="4112230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6350" cap="sq">
            <a:noFill/>
            <a:miter/>
          </a:ln>
          <a:effectLst>
            <a:outerShdw blurRad="88900" dist="76200" dir="30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71674" y="1694095"/>
            <a:ext cx="9648652" cy="3881232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6393482"/>
            <a:ext cx="12192000" cy="47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Hình ảnh 6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flipH="1">
            <a:off x="8382467" y="2940696"/>
            <a:ext cx="3853075" cy="39320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0" y="-3620"/>
            <a:ext cx="9905299" cy="369311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904413" y="-3620"/>
            <a:ext cx="2830911" cy="369311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-8844" y="6386286"/>
            <a:ext cx="2830911" cy="47204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1" name="Hình ảnh 10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238012" y="3876363"/>
            <a:ext cx="32861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标题 1"/>
          <p:cNvSpPr txBox="1"/>
          <p:nvPr/>
        </p:nvSpPr>
        <p:spPr>
          <a:xfrm>
            <a:off x="2811621" y="2123415"/>
            <a:ext cx="6568759" cy="17236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Triển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khai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và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bảo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trì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4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070936" y="3922955"/>
            <a:ext cx="2050128" cy="28526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9600">
                <a:ln w="12700">
                  <a:noFill/>
                </a:ln>
                <a:solidFill>
                  <a:srgbClr val="72A4FA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05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Nhóm 13"/>
          <p:cNvGrpSpPr/>
          <p:nvPr/>
        </p:nvGrpSpPr>
        <p:grpSpPr>
          <a:xfrm>
            <a:off x="3601452" y="4444138"/>
            <a:ext cx="4989096" cy="445401"/>
            <a:chOff x="3601452" y="4444138"/>
            <a:chExt cx="4989096" cy="445401"/>
          </a:xfrm>
        </p:grpSpPr>
        <p:sp>
          <p:nvSpPr>
            <p:cNvPr id="15" name="标题 1"/>
            <p:cNvSpPr txBox="1"/>
            <p:nvPr/>
          </p:nvSpPr>
          <p:spPr>
            <a:xfrm flipH="1">
              <a:off x="7271981" y="4444138"/>
              <a:ext cx="1318567" cy="445401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3601452" y="4444138"/>
              <a:ext cx="1318565" cy="445400"/>
            </a:xfrm>
            <a:custGeom>
              <a:avLst/>
              <a:gdLst>
                <a:gd name="connsiteX0" fmla="*/ 985324 w 1954210"/>
                <a:gd name="connsiteY0" fmla="*/ 0 h 1147870"/>
                <a:gd name="connsiteX1" fmla="*/ 1280281 w 1954210"/>
                <a:gd name="connsiteY1" fmla="*/ 0 h 1147870"/>
                <a:gd name="connsiteX2" fmla="*/ 1462005 w 1954210"/>
                <a:gd name="connsiteY2" fmla="*/ 574392 h 1147870"/>
                <a:gd name="connsiteX3" fmla="*/ 1280281 w 1954210"/>
                <a:gd name="connsiteY3" fmla="*/ 1147870 h 1147870"/>
                <a:gd name="connsiteX4" fmla="*/ 985324 w 1954210"/>
                <a:gd name="connsiteY4" fmla="*/ 1147870 h 1147870"/>
                <a:gd name="connsiteX5" fmla="*/ 1167960 w 1954210"/>
                <a:gd name="connsiteY5" fmla="*/ 574392 h 1147870"/>
                <a:gd name="connsiteX6" fmla="*/ 0 w 1954210"/>
                <a:gd name="connsiteY6" fmla="*/ 0 h 1147870"/>
                <a:gd name="connsiteX7" fmla="*/ 294045 w 1954210"/>
                <a:gd name="connsiteY7" fmla="*/ 0 h 1147870"/>
                <a:gd name="connsiteX8" fmla="*/ 475768 w 1954210"/>
                <a:gd name="connsiteY8" fmla="*/ 574392 h 1147870"/>
                <a:gd name="connsiteX9" fmla="*/ 294045 w 1954210"/>
                <a:gd name="connsiteY9" fmla="*/ 1147870 h 1147870"/>
                <a:gd name="connsiteX10" fmla="*/ 0 w 1954210"/>
                <a:gd name="connsiteY10" fmla="*/ 1147870 h 1147870"/>
                <a:gd name="connsiteX11" fmla="*/ 181724 w 1954210"/>
                <a:gd name="connsiteY11" fmla="*/ 574392 h 1147870"/>
                <a:gd name="connsiteX12" fmla="*/ 493118 w 1954210"/>
                <a:gd name="connsiteY12" fmla="*/ 0 h 1147870"/>
                <a:gd name="connsiteX13" fmla="*/ 787163 w 1954210"/>
                <a:gd name="connsiteY13" fmla="*/ 0 h 1147870"/>
                <a:gd name="connsiteX14" fmla="*/ 968886 w 1954210"/>
                <a:gd name="connsiteY14" fmla="*/ 574392 h 1147870"/>
                <a:gd name="connsiteX15" fmla="*/ 787163 w 1954210"/>
                <a:gd name="connsiteY15" fmla="*/ 1147870 h 1147870"/>
                <a:gd name="connsiteX16" fmla="*/ 493118 w 1954210"/>
                <a:gd name="connsiteY16" fmla="*/ 1147870 h 1147870"/>
                <a:gd name="connsiteX17" fmla="*/ 674842 w 1954210"/>
                <a:gd name="connsiteY17" fmla="*/ 574392 h 1147870"/>
                <a:gd name="connsiteX18" fmla="*/ 1478442 w 1954210"/>
                <a:gd name="connsiteY18" fmla="*/ 0 h 1147870"/>
                <a:gd name="connsiteX19" fmla="*/ 1772486 w 1954210"/>
                <a:gd name="connsiteY19" fmla="*/ 0 h 1147870"/>
                <a:gd name="connsiteX20" fmla="*/ 1954210 w 1954210"/>
                <a:gd name="connsiteY20" fmla="*/ 574392 h 1147870"/>
                <a:gd name="connsiteX21" fmla="*/ 1772486 w 1954210"/>
                <a:gd name="connsiteY21" fmla="*/ 1147870 h 1147870"/>
                <a:gd name="connsiteX22" fmla="*/ 1478442 w 1954210"/>
                <a:gd name="connsiteY22" fmla="*/ 1147870 h 1147870"/>
                <a:gd name="connsiteX23" fmla="*/ 1660166 w 1954210"/>
                <a:gd name="connsiteY23" fmla="*/ 574392 h 1147870"/>
              </a:gdLst>
              <a:ahLst/>
              <a:cxnLst/>
              <a:rect l="l" t="t" r="r" b="b"/>
              <a:pathLst>
                <a:path w="1954210" h="1147870">
                  <a:moveTo>
                    <a:pt x="985324" y="0"/>
                  </a:moveTo>
                  <a:lnTo>
                    <a:pt x="1280281" y="0"/>
                  </a:lnTo>
                  <a:lnTo>
                    <a:pt x="1462005" y="574392"/>
                  </a:lnTo>
                  <a:lnTo>
                    <a:pt x="1280281" y="1147870"/>
                  </a:lnTo>
                  <a:lnTo>
                    <a:pt x="985324" y="1147870"/>
                  </a:lnTo>
                  <a:lnTo>
                    <a:pt x="1167960" y="574392"/>
                  </a:lnTo>
                  <a:close/>
                  <a:moveTo>
                    <a:pt x="0" y="0"/>
                  </a:moveTo>
                  <a:lnTo>
                    <a:pt x="294045" y="0"/>
                  </a:lnTo>
                  <a:lnTo>
                    <a:pt x="475768" y="574392"/>
                  </a:lnTo>
                  <a:lnTo>
                    <a:pt x="294045" y="1147870"/>
                  </a:lnTo>
                  <a:lnTo>
                    <a:pt x="0" y="1147870"/>
                  </a:lnTo>
                  <a:lnTo>
                    <a:pt x="181724" y="574392"/>
                  </a:lnTo>
                  <a:close/>
                  <a:moveTo>
                    <a:pt x="493118" y="0"/>
                  </a:moveTo>
                  <a:lnTo>
                    <a:pt x="787163" y="0"/>
                  </a:lnTo>
                  <a:lnTo>
                    <a:pt x="968886" y="574392"/>
                  </a:lnTo>
                  <a:lnTo>
                    <a:pt x="787163" y="1147870"/>
                  </a:lnTo>
                  <a:lnTo>
                    <a:pt x="493118" y="1147870"/>
                  </a:lnTo>
                  <a:lnTo>
                    <a:pt x="674842" y="574392"/>
                  </a:lnTo>
                  <a:close/>
                  <a:moveTo>
                    <a:pt x="1478442" y="0"/>
                  </a:moveTo>
                  <a:lnTo>
                    <a:pt x="1772486" y="0"/>
                  </a:lnTo>
                  <a:lnTo>
                    <a:pt x="1954210" y="574392"/>
                  </a:lnTo>
                  <a:lnTo>
                    <a:pt x="1772486" y="1147870"/>
                  </a:lnTo>
                  <a:lnTo>
                    <a:pt x="1478442" y="1147870"/>
                  </a:lnTo>
                  <a:lnTo>
                    <a:pt x="1660166" y="574392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9128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347332" y="1415272"/>
            <a:ext cx="4320000" cy="4433857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88900" sx="99000" sy="99000" algn="ctr" rotWithShape="0">
              <a:schemeClr val="accent1">
                <a:lumMod val="75000"/>
                <a:alpha val="2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347332" y="1415271"/>
            <a:ext cx="4320000" cy="98532"/>
          </a:xfrm>
          <a:prstGeom prst="rect">
            <a:avLst/>
          </a:prstGeom>
          <a:gradFill>
            <a:gsLst>
              <a:gs pos="0">
                <a:schemeClr val="accent1"/>
              </a:gs>
              <a:gs pos="98000">
                <a:schemeClr val="accent1">
                  <a:lumMod val="75000"/>
                </a:schemeClr>
              </a:gs>
            </a:gsLst>
            <a:lin ang="2700000" scaled="0"/>
          </a:gradFill>
          <a:ln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707332" y="2702895"/>
            <a:ext cx="3600000" cy="7200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Chuẩn</a:t>
            </a: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bị</a:t>
            </a: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môi</a:t>
            </a: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trường</a:t>
            </a: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triển</a:t>
            </a: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khai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1707332" y="3741579"/>
            <a:ext cx="3600000" cy="17310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Chuẩn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bị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bị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phần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cứng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môi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trường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phần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mềm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phù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hợp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theo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yêu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bao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gồm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máy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chủ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quản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lý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điều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hành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v.v.
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Cài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đặt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thành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phần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phần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mềm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phần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phụ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thuộc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cần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thiết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đảm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bảo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có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thể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chạy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bình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thường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标题 1"/>
          <p:cNvCxnSpPr/>
          <p:nvPr/>
        </p:nvCxnSpPr>
        <p:spPr>
          <a:xfrm>
            <a:off x="3315881" y="3546006"/>
            <a:ext cx="382905" cy="0"/>
          </a:xfrm>
          <a:prstGeom prst="line">
            <a:avLst/>
          </a:prstGeom>
          <a:noFill/>
          <a:ln w="28575" cap="sq">
            <a:solidFill>
              <a:schemeClr val="accent1"/>
            </a:solidFill>
            <a:miter/>
          </a:ln>
        </p:spPr>
      </p:cxnSp>
      <p:sp>
        <p:nvSpPr>
          <p:cNvPr id="13" name="标题 1"/>
          <p:cNvSpPr txBox="1"/>
          <p:nvPr/>
        </p:nvSpPr>
        <p:spPr>
          <a:xfrm>
            <a:off x="6511968" y="1415272"/>
            <a:ext cx="4320000" cy="4433857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88900" sx="99000" sy="99000" algn="ctr" rotWithShape="0">
              <a:schemeClr val="accent1">
                <a:lumMod val="75000"/>
                <a:alpha val="2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511968" y="1415271"/>
            <a:ext cx="4320000" cy="98532"/>
          </a:xfrm>
          <a:prstGeom prst="rect">
            <a:avLst/>
          </a:prstGeom>
          <a:gradFill>
            <a:gsLst>
              <a:gs pos="0">
                <a:schemeClr val="accent1"/>
              </a:gs>
              <a:gs pos="98000">
                <a:schemeClr val="accent1">
                  <a:lumMod val="75000"/>
                </a:schemeClr>
              </a:gs>
            </a:gsLst>
            <a:lin ang="2700000" scaled="0"/>
          </a:gradFill>
          <a:ln cap="flat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871967" y="2702895"/>
            <a:ext cx="3600000" cy="7200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Quá</a:t>
            </a: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trình</a:t>
            </a: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triển</a:t>
            </a: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err="1">
                <a:ln w="12700">
                  <a:noFill/>
                </a:ln>
                <a:gradFill>
                  <a:gsLst>
                    <a:gs pos="0">
                      <a:srgbClr val="1467F7">
                        <a:alpha val="100000"/>
                      </a:srgbClr>
                    </a:gs>
                    <a:gs pos="100000">
                      <a:srgbClr val="043281">
                        <a:alpha val="100000"/>
                      </a:srgb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khai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6871967" y="3741579"/>
            <a:ext cx="3600000" cy="17310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khai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gói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cài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đặt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lên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máy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chủ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cài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đặt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cấu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hình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theo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hướng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dẫn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khai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Cấu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hình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thông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số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chẳng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hạn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như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thông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tin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kết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nối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cơ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sở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quyền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người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dùng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v.v.
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Thực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hiện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hoạt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động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khởi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tạo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nhập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ban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đầu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hoàn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tất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triển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khai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.</a:t>
            </a:r>
            <a:endParaRPr kumimoji="1"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标题 1"/>
          <p:cNvCxnSpPr/>
          <p:nvPr/>
        </p:nvCxnSpPr>
        <p:spPr>
          <a:xfrm>
            <a:off x="8480516" y="3546006"/>
            <a:ext cx="382905" cy="0"/>
          </a:xfrm>
          <a:prstGeom prst="line">
            <a:avLst/>
          </a:prstGeom>
          <a:noFill/>
          <a:ln w="28575" cap="sq">
            <a:solidFill>
              <a:schemeClr val="accent1"/>
            </a:solidFill>
            <a:miter/>
          </a:ln>
        </p:spPr>
      </p:cxnSp>
      <p:sp>
        <p:nvSpPr>
          <p:cNvPr id="18" name="标题 1"/>
          <p:cNvSpPr txBox="1"/>
          <p:nvPr/>
        </p:nvSpPr>
        <p:spPr>
          <a:xfrm>
            <a:off x="3174997" y="1880897"/>
            <a:ext cx="664672" cy="720001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 flipV="1">
            <a:off x="8299965" y="1880897"/>
            <a:ext cx="744004" cy="720001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ahLst/>
            <a:cxnLst/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Triển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khai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Nhóm 20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22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675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34000"/>
          </a:blip>
          <a:srcRect l="2210" t="6656" r="5106" b="5682"/>
          <a:stretch>
            <a:fillRect/>
          </a:stretch>
        </p:blipFill>
        <p:spPr>
          <a:xfrm>
            <a:off x="-887133" y="-590452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0" y="6515100"/>
            <a:ext cx="12192000" cy="3694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-3619"/>
            <a:ext cx="9905299" cy="239644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904413" y="-22669"/>
            <a:ext cx="2830911" cy="239644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-8844" y="6507904"/>
            <a:ext cx="2830911" cy="36948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>
            <a:off x="516000" y="2361705"/>
            <a:ext cx="11160000" cy="0"/>
          </a:xfrm>
          <a:prstGeom prst="straightConnector1">
            <a:avLst/>
          </a:prstGeom>
          <a:noFill/>
          <a:ln w="19050" cap="sq">
            <a:solidFill>
              <a:schemeClr val="accent1"/>
            </a:solidFill>
            <a:miter/>
            <a:headEnd type="oval" w="med" len="med"/>
            <a:tailEnd type="oval" w="med" len="med"/>
          </a:ln>
        </p:spPr>
      </p:cxnSp>
      <p:sp>
        <p:nvSpPr>
          <p:cNvPr id="9" name="标题 1"/>
          <p:cNvSpPr txBox="1"/>
          <p:nvPr/>
        </p:nvSpPr>
        <p:spPr>
          <a:xfrm rot="3769480">
            <a:off x="660400" y="1856287"/>
            <a:ext cx="400275" cy="400275"/>
          </a:xfrm>
          <a:prstGeom prst="diamond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381" y="1901758"/>
            <a:ext cx="924436" cy="924436"/>
          </a:xfrm>
          <a:prstGeom prst="diamond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762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3769480">
            <a:off x="693709" y="2706365"/>
            <a:ext cx="400275" cy="400275"/>
          </a:xfrm>
          <a:prstGeom prst="diamond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932546">
            <a:off x="1858001" y="1908695"/>
            <a:ext cx="400275" cy="400275"/>
          </a:xfrm>
          <a:prstGeom prst="diamond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358376" y="3608113"/>
            <a:ext cx="4500000" cy="18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Thường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xuyên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kiểm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trạng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thái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hoạt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động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theo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dõi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chỉ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số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hiệu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suất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kịp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thời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phát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hiện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giải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quyết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vấn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đề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. Sao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lưu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đảm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bảo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an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toàn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.
Cung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cấp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hỗ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trợ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kỹ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thuật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cho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người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dùng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trả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lời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câu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hỏi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mà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người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dùng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gặp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phải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trong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quá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trình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sử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dụng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thập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phản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hồi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người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dùng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liên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tục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cải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thiện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chức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năng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.</a:t>
            </a:r>
            <a:endParaRPr kumimoji="1" lang="zh-CN" altLang="en-US" sz="1200"/>
          </a:p>
        </p:txBody>
      </p:sp>
      <p:sp>
        <p:nvSpPr>
          <p:cNvPr id="14" name="标题 1"/>
          <p:cNvSpPr txBox="1"/>
          <p:nvPr/>
        </p:nvSpPr>
        <p:spPr>
          <a:xfrm>
            <a:off x="1358375" y="2990664"/>
            <a:ext cx="450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Bảo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trì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định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kỳ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1030447" y="2104301"/>
            <a:ext cx="698304" cy="519351"/>
          </a:xfrm>
          <a:prstGeom prst="ellipse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01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"/>
          <p:cNvSpPr txBox="1"/>
          <p:nvPr/>
        </p:nvSpPr>
        <p:spPr>
          <a:xfrm rot="3769480">
            <a:off x="6291315" y="1856287"/>
            <a:ext cx="400275" cy="400275"/>
          </a:xfrm>
          <a:prstGeom prst="diamond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548296" y="1901758"/>
            <a:ext cx="924436" cy="924436"/>
          </a:xfrm>
          <a:prstGeom prst="diamond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76200" dir="2700000" algn="tl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3769480">
            <a:off x="6324624" y="2706365"/>
            <a:ext cx="400275" cy="400275"/>
          </a:xfrm>
          <a:prstGeom prst="diamond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16932546">
            <a:off x="7488917" y="1908695"/>
            <a:ext cx="400275" cy="400275"/>
          </a:xfrm>
          <a:prstGeom prst="diamond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989292" y="3608113"/>
            <a:ext cx="4500000" cy="18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Theo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nhu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cầu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doanh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nghiệp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sự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phát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triển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công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nghệ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thường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xuyên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được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nâng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cấp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cập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nhật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bổ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sung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chức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năng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mới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khắc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phục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các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sự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cố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đã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biết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tối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ưu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hóa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hiệu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suất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hệ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thống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.
Trong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quá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trình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nâng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cấp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,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đảm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bảo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tính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toàn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vẹn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và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nhất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quán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dữ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liệu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để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tránh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ảnh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hưởng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đến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hoạt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động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kinh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doanh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của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người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</a:t>
            </a:r>
            <a:r>
              <a:rPr kumimoji="1" lang="en-US" altLang="zh-CN" sz="120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dùng</a:t>
            </a:r>
            <a:r>
              <a:rPr kumimoji="1" lang="en-US" altLang="zh-CN" sz="12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.</a:t>
            </a:r>
            <a:endParaRPr kumimoji="1" lang="zh-CN" altLang="en-US" sz="1200"/>
          </a:p>
        </p:txBody>
      </p:sp>
      <p:sp>
        <p:nvSpPr>
          <p:cNvPr id="21" name="标题 1"/>
          <p:cNvSpPr txBox="1"/>
          <p:nvPr/>
        </p:nvSpPr>
        <p:spPr>
          <a:xfrm>
            <a:off x="6989290" y="2990664"/>
            <a:ext cx="450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Cập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nhật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nâng</a:t>
            </a:r>
            <a:r>
              <a:rPr kumimoji="1" lang="en-US" altLang="zh-CN" sz="16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cấp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6661363" y="2104301"/>
            <a:ext cx="698304" cy="519351"/>
          </a:xfrm>
          <a:prstGeom prst="ellipse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"/>
                <a:cs typeface="Times New Roman" panose="02020603050405020304" pitchFamily="18" charset="0"/>
              </a:rPr>
              <a:t>02</a:t>
            </a:r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标题 1"/>
          <p:cNvSpPr txBox="1"/>
          <p:nvPr/>
        </p:nvSpPr>
        <p:spPr>
          <a:xfrm>
            <a:off x="787215" y="450990"/>
            <a:ext cx="10671175" cy="46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0">
            <a:solidFill>
              <a:srgbClr val="FFFFFF">
                <a:alpha val="100000"/>
              </a:srgbClr>
            </a:solidFill>
            <a:prstDash val="solid"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Bảo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trì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hệ</a:t>
            </a:r>
            <a:r>
              <a:rPr kumimoji="1" lang="en-US" altLang="zh-CN" sz="2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thống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Nhóm 23"/>
          <p:cNvGrpSpPr/>
          <p:nvPr/>
        </p:nvGrpSpPr>
        <p:grpSpPr>
          <a:xfrm>
            <a:off x="149860" y="327660"/>
            <a:ext cx="510540" cy="624840"/>
            <a:chOff x="149860" y="327660"/>
            <a:chExt cx="510540" cy="624840"/>
          </a:xfrm>
        </p:grpSpPr>
        <p:sp>
          <p:nvSpPr>
            <p:cNvPr id="25" name="标题 1"/>
            <p:cNvSpPr txBox="1"/>
            <p:nvPr/>
          </p:nvSpPr>
          <p:spPr>
            <a:xfrm>
              <a:off x="149860" y="671322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149860" y="499491"/>
              <a:ext cx="510540" cy="281178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149860" y="327660"/>
              <a:ext cx="510540" cy="281178"/>
            </a:xfrm>
            <a:prstGeom prst="ellipse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236024"/>
            <a:ext cx="12192000" cy="61574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Hình ảnh 2"/>
          <p:cNvPicPr>
            <a:picLocks noChangeAspect="1"/>
          </p:cNvPicPr>
          <p:nvPr/>
        </p:nvPicPr>
        <p:blipFill>
          <a:blip r:embed="rId2">
            <a:alphaModFix amt="46000"/>
          </a:blip>
          <a:srcRect l="2210" t="6656" r="5106" b="5682"/>
          <a:stretch>
            <a:fillRect/>
          </a:stretch>
        </p:blipFill>
        <p:spPr>
          <a:xfrm>
            <a:off x="-725573" y="-313856"/>
            <a:ext cx="13966265" cy="785602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1143351" y="1582057"/>
            <a:ext cx="9905299" cy="4112230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6350" cap="sq">
            <a:noFill/>
            <a:miter/>
          </a:ln>
          <a:effectLst>
            <a:outerShdw blurRad="88900" dist="76200" dir="30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71674" y="1694095"/>
            <a:ext cx="9648652" cy="3881232"/>
          </a:xfrm>
          <a:prstGeom prst="roundRect">
            <a:avLst>
              <a:gd name="adj" fmla="val 447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6393482"/>
            <a:ext cx="12192000" cy="47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483801" y="2085315"/>
            <a:ext cx="7224399" cy="21311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60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Source Han Sans CN Bold"/>
                <a:cs typeface="Times New Roman" panose="02020603050405020304" pitchFamily="18" charset="0"/>
              </a:rPr>
              <a:t>Thank For Watching</a:t>
            </a:r>
            <a:endParaRPr kumimoji="1"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Hình ảnh 7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flipH="1">
            <a:off x="8382467" y="2940696"/>
            <a:ext cx="3853075" cy="393203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>
            <a:off x="0" y="-3620"/>
            <a:ext cx="9905299" cy="369311"/>
          </a:xfrm>
          <a:prstGeom prst="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904413" y="-3620"/>
            <a:ext cx="2830911" cy="369311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-8844" y="6386286"/>
            <a:ext cx="2830911" cy="472048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9686321" y="2470529"/>
            <a:ext cx="1096277" cy="370313"/>
          </a:xfrm>
          <a:custGeom>
            <a:avLst/>
            <a:gdLst>
              <a:gd name="connsiteX0" fmla="*/ 985324 w 1954210"/>
              <a:gd name="connsiteY0" fmla="*/ 0 h 1147870"/>
              <a:gd name="connsiteX1" fmla="*/ 1280281 w 1954210"/>
              <a:gd name="connsiteY1" fmla="*/ 0 h 1147870"/>
              <a:gd name="connsiteX2" fmla="*/ 1462005 w 1954210"/>
              <a:gd name="connsiteY2" fmla="*/ 574392 h 1147870"/>
              <a:gd name="connsiteX3" fmla="*/ 1280281 w 1954210"/>
              <a:gd name="connsiteY3" fmla="*/ 1147870 h 1147870"/>
              <a:gd name="connsiteX4" fmla="*/ 985324 w 1954210"/>
              <a:gd name="connsiteY4" fmla="*/ 1147870 h 1147870"/>
              <a:gd name="connsiteX5" fmla="*/ 1167960 w 1954210"/>
              <a:gd name="connsiteY5" fmla="*/ 574392 h 1147870"/>
              <a:gd name="connsiteX6" fmla="*/ 0 w 1954210"/>
              <a:gd name="connsiteY6" fmla="*/ 0 h 1147870"/>
              <a:gd name="connsiteX7" fmla="*/ 294045 w 1954210"/>
              <a:gd name="connsiteY7" fmla="*/ 0 h 1147870"/>
              <a:gd name="connsiteX8" fmla="*/ 475768 w 1954210"/>
              <a:gd name="connsiteY8" fmla="*/ 574392 h 1147870"/>
              <a:gd name="connsiteX9" fmla="*/ 294045 w 1954210"/>
              <a:gd name="connsiteY9" fmla="*/ 1147870 h 1147870"/>
              <a:gd name="connsiteX10" fmla="*/ 0 w 1954210"/>
              <a:gd name="connsiteY10" fmla="*/ 1147870 h 1147870"/>
              <a:gd name="connsiteX11" fmla="*/ 181724 w 1954210"/>
              <a:gd name="connsiteY11" fmla="*/ 574392 h 1147870"/>
              <a:gd name="connsiteX12" fmla="*/ 493118 w 1954210"/>
              <a:gd name="connsiteY12" fmla="*/ 0 h 1147870"/>
              <a:gd name="connsiteX13" fmla="*/ 787163 w 1954210"/>
              <a:gd name="connsiteY13" fmla="*/ 0 h 1147870"/>
              <a:gd name="connsiteX14" fmla="*/ 968886 w 1954210"/>
              <a:gd name="connsiteY14" fmla="*/ 574392 h 1147870"/>
              <a:gd name="connsiteX15" fmla="*/ 787163 w 1954210"/>
              <a:gd name="connsiteY15" fmla="*/ 1147870 h 1147870"/>
              <a:gd name="connsiteX16" fmla="*/ 493118 w 1954210"/>
              <a:gd name="connsiteY16" fmla="*/ 1147870 h 1147870"/>
              <a:gd name="connsiteX17" fmla="*/ 674842 w 1954210"/>
              <a:gd name="connsiteY17" fmla="*/ 574392 h 1147870"/>
              <a:gd name="connsiteX18" fmla="*/ 1478442 w 1954210"/>
              <a:gd name="connsiteY18" fmla="*/ 0 h 1147870"/>
              <a:gd name="connsiteX19" fmla="*/ 1772486 w 1954210"/>
              <a:gd name="connsiteY19" fmla="*/ 0 h 1147870"/>
              <a:gd name="connsiteX20" fmla="*/ 1954210 w 1954210"/>
              <a:gd name="connsiteY20" fmla="*/ 574392 h 1147870"/>
              <a:gd name="connsiteX21" fmla="*/ 1772486 w 1954210"/>
              <a:gd name="connsiteY21" fmla="*/ 1147870 h 1147870"/>
              <a:gd name="connsiteX22" fmla="*/ 1478442 w 1954210"/>
              <a:gd name="connsiteY22" fmla="*/ 1147870 h 1147870"/>
              <a:gd name="connsiteX23" fmla="*/ 1660166 w 1954210"/>
              <a:gd name="connsiteY23" fmla="*/ 574392 h 1147870"/>
            </a:gdLst>
            <a:ahLst/>
            <a:cxnLst/>
            <a:rect l="l" t="t" r="r" b="b"/>
            <a:pathLst>
              <a:path w="1954210" h="1147870">
                <a:moveTo>
                  <a:pt x="985324" y="0"/>
                </a:moveTo>
                <a:lnTo>
                  <a:pt x="1280281" y="0"/>
                </a:lnTo>
                <a:lnTo>
                  <a:pt x="1462005" y="574392"/>
                </a:lnTo>
                <a:lnTo>
                  <a:pt x="1280281" y="1147870"/>
                </a:lnTo>
                <a:lnTo>
                  <a:pt x="985324" y="1147870"/>
                </a:lnTo>
                <a:lnTo>
                  <a:pt x="1167960" y="574392"/>
                </a:lnTo>
                <a:close/>
                <a:moveTo>
                  <a:pt x="0" y="0"/>
                </a:moveTo>
                <a:lnTo>
                  <a:pt x="294045" y="0"/>
                </a:lnTo>
                <a:lnTo>
                  <a:pt x="475768" y="574392"/>
                </a:lnTo>
                <a:lnTo>
                  <a:pt x="294045" y="1147870"/>
                </a:lnTo>
                <a:lnTo>
                  <a:pt x="0" y="1147870"/>
                </a:lnTo>
                <a:lnTo>
                  <a:pt x="181724" y="574392"/>
                </a:lnTo>
                <a:close/>
                <a:moveTo>
                  <a:pt x="493118" y="0"/>
                </a:moveTo>
                <a:lnTo>
                  <a:pt x="787163" y="0"/>
                </a:lnTo>
                <a:lnTo>
                  <a:pt x="968886" y="574392"/>
                </a:lnTo>
                <a:lnTo>
                  <a:pt x="787163" y="1147870"/>
                </a:lnTo>
                <a:lnTo>
                  <a:pt x="493118" y="1147870"/>
                </a:lnTo>
                <a:lnTo>
                  <a:pt x="674842" y="574392"/>
                </a:lnTo>
                <a:close/>
                <a:moveTo>
                  <a:pt x="1478442" y="0"/>
                </a:moveTo>
                <a:lnTo>
                  <a:pt x="1772486" y="0"/>
                </a:lnTo>
                <a:lnTo>
                  <a:pt x="1954210" y="574392"/>
                </a:lnTo>
                <a:lnTo>
                  <a:pt x="1772486" y="1147870"/>
                </a:lnTo>
                <a:lnTo>
                  <a:pt x="1478442" y="1147870"/>
                </a:lnTo>
                <a:lnTo>
                  <a:pt x="1660166" y="574392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9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409402" y="2470014"/>
            <a:ext cx="1096277" cy="370313"/>
          </a:xfrm>
          <a:custGeom>
            <a:avLst/>
            <a:gdLst>
              <a:gd name="connsiteX0" fmla="*/ 985324 w 1954210"/>
              <a:gd name="connsiteY0" fmla="*/ 0 h 1147870"/>
              <a:gd name="connsiteX1" fmla="*/ 1280281 w 1954210"/>
              <a:gd name="connsiteY1" fmla="*/ 0 h 1147870"/>
              <a:gd name="connsiteX2" fmla="*/ 1462005 w 1954210"/>
              <a:gd name="connsiteY2" fmla="*/ 574392 h 1147870"/>
              <a:gd name="connsiteX3" fmla="*/ 1280281 w 1954210"/>
              <a:gd name="connsiteY3" fmla="*/ 1147870 h 1147870"/>
              <a:gd name="connsiteX4" fmla="*/ 985324 w 1954210"/>
              <a:gd name="connsiteY4" fmla="*/ 1147870 h 1147870"/>
              <a:gd name="connsiteX5" fmla="*/ 1167960 w 1954210"/>
              <a:gd name="connsiteY5" fmla="*/ 574392 h 1147870"/>
              <a:gd name="connsiteX6" fmla="*/ 0 w 1954210"/>
              <a:gd name="connsiteY6" fmla="*/ 0 h 1147870"/>
              <a:gd name="connsiteX7" fmla="*/ 294045 w 1954210"/>
              <a:gd name="connsiteY7" fmla="*/ 0 h 1147870"/>
              <a:gd name="connsiteX8" fmla="*/ 475768 w 1954210"/>
              <a:gd name="connsiteY8" fmla="*/ 574392 h 1147870"/>
              <a:gd name="connsiteX9" fmla="*/ 294045 w 1954210"/>
              <a:gd name="connsiteY9" fmla="*/ 1147870 h 1147870"/>
              <a:gd name="connsiteX10" fmla="*/ 0 w 1954210"/>
              <a:gd name="connsiteY10" fmla="*/ 1147870 h 1147870"/>
              <a:gd name="connsiteX11" fmla="*/ 181724 w 1954210"/>
              <a:gd name="connsiteY11" fmla="*/ 574392 h 1147870"/>
              <a:gd name="connsiteX12" fmla="*/ 493118 w 1954210"/>
              <a:gd name="connsiteY12" fmla="*/ 0 h 1147870"/>
              <a:gd name="connsiteX13" fmla="*/ 787163 w 1954210"/>
              <a:gd name="connsiteY13" fmla="*/ 0 h 1147870"/>
              <a:gd name="connsiteX14" fmla="*/ 968886 w 1954210"/>
              <a:gd name="connsiteY14" fmla="*/ 574392 h 1147870"/>
              <a:gd name="connsiteX15" fmla="*/ 787163 w 1954210"/>
              <a:gd name="connsiteY15" fmla="*/ 1147870 h 1147870"/>
              <a:gd name="connsiteX16" fmla="*/ 493118 w 1954210"/>
              <a:gd name="connsiteY16" fmla="*/ 1147870 h 1147870"/>
              <a:gd name="connsiteX17" fmla="*/ 674842 w 1954210"/>
              <a:gd name="connsiteY17" fmla="*/ 574392 h 1147870"/>
              <a:gd name="connsiteX18" fmla="*/ 1478442 w 1954210"/>
              <a:gd name="connsiteY18" fmla="*/ 0 h 1147870"/>
              <a:gd name="connsiteX19" fmla="*/ 1772486 w 1954210"/>
              <a:gd name="connsiteY19" fmla="*/ 0 h 1147870"/>
              <a:gd name="connsiteX20" fmla="*/ 1954210 w 1954210"/>
              <a:gd name="connsiteY20" fmla="*/ 574392 h 1147870"/>
              <a:gd name="connsiteX21" fmla="*/ 1772486 w 1954210"/>
              <a:gd name="connsiteY21" fmla="*/ 1147870 h 1147870"/>
              <a:gd name="connsiteX22" fmla="*/ 1478442 w 1954210"/>
              <a:gd name="connsiteY22" fmla="*/ 1147870 h 1147870"/>
              <a:gd name="connsiteX23" fmla="*/ 1660166 w 1954210"/>
              <a:gd name="connsiteY23" fmla="*/ 574392 h 1147870"/>
            </a:gdLst>
            <a:ahLst/>
            <a:cxnLst/>
            <a:rect l="l" t="t" r="r" b="b"/>
            <a:pathLst>
              <a:path w="1954210" h="1147870">
                <a:moveTo>
                  <a:pt x="985324" y="0"/>
                </a:moveTo>
                <a:lnTo>
                  <a:pt x="1280281" y="0"/>
                </a:lnTo>
                <a:lnTo>
                  <a:pt x="1462005" y="574392"/>
                </a:lnTo>
                <a:lnTo>
                  <a:pt x="1280281" y="1147870"/>
                </a:lnTo>
                <a:lnTo>
                  <a:pt x="985324" y="1147870"/>
                </a:lnTo>
                <a:lnTo>
                  <a:pt x="1167960" y="574392"/>
                </a:lnTo>
                <a:close/>
                <a:moveTo>
                  <a:pt x="0" y="0"/>
                </a:moveTo>
                <a:lnTo>
                  <a:pt x="294045" y="0"/>
                </a:lnTo>
                <a:lnTo>
                  <a:pt x="475768" y="574392"/>
                </a:lnTo>
                <a:lnTo>
                  <a:pt x="294045" y="1147870"/>
                </a:lnTo>
                <a:lnTo>
                  <a:pt x="0" y="1147870"/>
                </a:lnTo>
                <a:lnTo>
                  <a:pt x="181724" y="574392"/>
                </a:lnTo>
                <a:close/>
                <a:moveTo>
                  <a:pt x="493118" y="0"/>
                </a:moveTo>
                <a:lnTo>
                  <a:pt x="787163" y="0"/>
                </a:lnTo>
                <a:lnTo>
                  <a:pt x="968886" y="574392"/>
                </a:lnTo>
                <a:lnTo>
                  <a:pt x="787163" y="1147870"/>
                </a:lnTo>
                <a:lnTo>
                  <a:pt x="493118" y="1147870"/>
                </a:lnTo>
                <a:lnTo>
                  <a:pt x="674842" y="574392"/>
                </a:lnTo>
                <a:close/>
                <a:moveTo>
                  <a:pt x="1478442" y="0"/>
                </a:moveTo>
                <a:lnTo>
                  <a:pt x="1772486" y="0"/>
                </a:lnTo>
                <a:lnTo>
                  <a:pt x="1954210" y="574392"/>
                </a:lnTo>
                <a:lnTo>
                  <a:pt x="1772486" y="1147870"/>
                </a:lnTo>
                <a:lnTo>
                  <a:pt x="1478442" y="1147870"/>
                </a:lnTo>
                <a:lnTo>
                  <a:pt x="1660166" y="574392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9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Hình ảnh 13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238012" y="3876363"/>
            <a:ext cx="328612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>
            <a:off x="3717751" y="4471832"/>
            <a:ext cx="4756499" cy="4726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240" cap="sq">
            <a:solidFill>
              <a:schemeClr val="accent1"/>
            </a:solidFill>
            <a:miter/>
          </a:ln>
          <a:effectLst>
            <a:outerShdw blurRad="152400" dist="45720" dir="2699995" algn="tl" rotWithShape="0">
              <a:schemeClr val="accent1">
                <a:alpha val="50000"/>
              </a:schemeClr>
            </a:outerShdw>
          </a:effectLst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827019" y="4557111"/>
            <a:ext cx="296153" cy="296153"/>
          </a:xfrm>
          <a:prstGeom prst="ellipse">
            <a:avLst/>
          </a:prstGeom>
          <a:gradFill>
            <a:gsLst>
              <a:gs pos="34000">
                <a:schemeClr val="accent2">
                  <a:lumMod val="40000"/>
                  <a:lumOff val="60000"/>
                </a:schemeClr>
              </a:gs>
              <a:gs pos="100000">
                <a:schemeClr val="accent2"/>
              </a:gs>
            </a:gsLst>
            <a:lin ang="2700000" scaled="0"/>
          </a:gradFill>
          <a:ln w="11430" cap="sq">
            <a:solidFill>
              <a:schemeClr val="bg1"/>
            </a:solidFill>
            <a:miter/>
          </a:ln>
          <a:effectLst>
            <a:outerShdw blurRad="121920" dist="45720" dir="2699995" algn="tl" rotWithShape="0">
              <a:schemeClr val="accent1">
                <a:alpha val="52000"/>
              </a:schemeClr>
            </a:outerShdw>
          </a:effectLst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384433" y="4568949"/>
            <a:ext cx="1062052" cy="2769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407634" y="4568949"/>
            <a:ext cx="887681" cy="2769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109133" y="4568949"/>
            <a:ext cx="1015083" cy="2769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2025.4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1467F7"/>
      </a:accent1>
      <a:accent2>
        <a:srgbClr val="FFE56B"/>
      </a:accent2>
      <a:accent3>
        <a:srgbClr val="1467F7"/>
      </a:accent3>
      <a:accent4>
        <a:srgbClr val="FFE56B"/>
      </a:accent4>
      <a:accent5>
        <a:srgbClr val="1467F7"/>
      </a:accent5>
      <a:accent6>
        <a:srgbClr val="FFE56B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2184</Words>
  <Application>Microsoft Office PowerPoint</Application>
  <PresentationFormat>Màn hình rộng</PresentationFormat>
  <Paragraphs>98</Paragraphs>
  <Slides>18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18</vt:i4>
      </vt:variant>
    </vt:vector>
  </HeadingPairs>
  <TitlesOfParts>
    <vt:vector size="22" baseType="lpstr">
      <vt:lpstr>Arial</vt:lpstr>
      <vt:lpstr>Times New Roman</vt:lpstr>
      <vt:lpstr>Source Han Sans</vt:lpstr>
      <vt:lpstr>Office 主题​​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Đức Phan</cp:lastModifiedBy>
  <cp:revision>6</cp:revision>
  <dcterms:modified xsi:type="dcterms:W3CDTF">2025-04-26T03:00:32Z</dcterms:modified>
</cp:coreProperties>
</file>